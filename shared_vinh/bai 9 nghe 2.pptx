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1" r:id="rId2"/>
    <p:sldId id="513" r:id="rId3"/>
    <p:sldId id="520" r:id="rId4"/>
    <p:sldId id="519" r:id="rId5"/>
    <p:sldId id="518" r:id="rId6"/>
    <p:sldId id="517" r:id="rId7"/>
    <p:sldId id="516" r:id="rId8"/>
    <p:sldId id="515" r:id="rId9"/>
    <p:sldId id="514" r:id="rId10"/>
    <p:sldId id="521" r:id="rId11"/>
    <p:sldId id="512" r:id="rId12"/>
    <p:sldId id="522" r:id="rId1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25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-112" y="-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4F776-4BAE-4626-A130-28A8D453D4AD}" type="datetimeFigureOut">
              <a:rPr lang="vi-VN" smtClean="0"/>
              <a:t>29/1/26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429FAE-7500-434B-AF8A-85CC5364219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40428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Header Placeholder 1">
            <a:extLst>
              <a:ext uri="{FF2B5EF4-FFF2-40B4-BE49-F238E27FC236}">
                <a16:creationId xmlns:a16="http://schemas.microsoft.com/office/drawing/2014/main" id="{12227E50-94C5-F0BB-3565-D25F3A3419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VN" altLang="en-VN"/>
          </a:p>
        </p:txBody>
      </p:sp>
      <p:sp>
        <p:nvSpPr>
          <p:cNvPr id="16386" name="Date Placeholder 2">
            <a:extLst>
              <a:ext uri="{FF2B5EF4-FFF2-40B4-BE49-F238E27FC236}">
                <a16:creationId xmlns:a16="http://schemas.microsoft.com/office/drawing/2014/main" id="{FCD2482E-6AC9-DC93-DF5C-D91DDF9A51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cs-CZ" altLang="en-VN"/>
              <a:t>1.7.2013</a:t>
            </a:r>
          </a:p>
        </p:txBody>
      </p:sp>
      <p:sp>
        <p:nvSpPr>
          <p:cNvPr id="16387" name="Slide Image Placeholder 3">
            <a:extLst>
              <a:ext uri="{FF2B5EF4-FFF2-40B4-BE49-F238E27FC236}">
                <a16:creationId xmlns:a16="http://schemas.microsoft.com/office/drawing/2014/main" id="{D06CB099-3713-79C5-A732-69644BE7D56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8" name="Notes Placeholder 4">
            <a:extLst>
              <a:ext uri="{FF2B5EF4-FFF2-40B4-BE49-F238E27FC236}">
                <a16:creationId xmlns:a16="http://schemas.microsoft.com/office/drawing/2014/main" id="{2F3D3D8A-96F2-BEC8-B630-2D0DDFED326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VN"/>
          </a:p>
        </p:txBody>
      </p:sp>
      <p:sp>
        <p:nvSpPr>
          <p:cNvPr id="16389" name="Footer Placeholder 5">
            <a:extLst>
              <a:ext uri="{FF2B5EF4-FFF2-40B4-BE49-F238E27FC236}">
                <a16:creationId xmlns:a16="http://schemas.microsoft.com/office/drawing/2014/main" id="{E26612E1-33FC-1A46-2914-ACBC74637B0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VN" altLang="en-VN"/>
          </a:p>
        </p:txBody>
      </p:sp>
      <p:sp>
        <p:nvSpPr>
          <p:cNvPr id="16390" name="Slide Number Placeholder 6">
            <a:extLst>
              <a:ext uri="{FF2B5EF4-FFF2-40B4-BE49-F238E27FC236}">
                <a16:creationId xmlns:a16="http://schemas.microsoft.com/office/drawing/2014/main" id="{172CEF72-CAD6-F280-7459-59779298C3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cs-CZ" altLang="en-VN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25995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Header Placeholder 1">
            <a:extLst>
              <a:ext uri="{FF2B5EF4-FFF2-40B4-BE49-F238E27FC236}">
                <a16:creationId xmlns:a16="http://schemas.microsoft.com/office/drawing/2014/main" id="{12227E50-94C5-F0BB-3565-D25F3A3419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VN" altLang="en-VN"/>
          </a:p>
        </p:txBody>
      </p:sp>
      <p:sp>
        <p:nvSpPr>
          <p:cNvPr id="16386" name="Date Placeholder 2">
            <a:extLst>
              <a:ext uri="{FF2B5EF4-FFF2-40B4-BE49-F238E27FC236}">
                <a16:creationId xmlns:a16="http://schemas.microsoft.com/office/drawing/2014/main" id="{FCD2482E-6AC9-DC93-DF5C-D91DDF9A51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cs-CZ" altLang="en-VN"/>
              <a:t>1.7.2013</a:t>
            </a:r>
          </a:p>
        </p:txBody>
      </p:sp>
      <p:sp>
        <p:nvSpPr>
          <p:cNvPr id="16387" name="Slide Image Placeholder 3">
            <a:extLst>
              <a:ext uri="{FF2B5EF4-FFF2-40B4-BE49-F238E27FC236}">
                <a16:creationId xmlns:a16="http://schemas.microsoft.com/office/drawing/2014/main" id="{D06CB099-3713-79C5-A732-69644BE7D56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8" name="Notes Placeholder 4">
            <a:extLst>
              <a:ext uri="{FF2B5EF4-FFF2-40B4-BE49-F238E27FC236}">
                <a16:creationId xmlns:a16="http://schemas.microsoft.com/office/drawing/2014/main" id="{2F3D3D8A-96F2-BEC8-B630-2D0DDFED326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VN"/>
          </a:p>
        </p:txBody>
      </p:sp>
      <p:sp>
        <p:nvSpPr>
          <p:cNvPr id="16389" name="Footer Placeholder 5">
            <a:extLst>
              <a:ext uri="{FF2B5EF4-FFF2-40B4-BE49-F238E27FC236}">
                <a16:creationId xmlns:a16="http://schemas.microsoft.com/office/drawing/2014/main" id="{E26612E1-33FC-1A46-2914-ACBC74637B0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VN" altLang="en-VN"/>
          </a:p>
        </p:txBody>
      </p:sp>
      <p:sp>
        <p:nvSpPr>
          <p:cNvPr id="16390" name="Slide Number Placeholder 6">
            <a:extLst>
              <a:ext uri="{FF2B5EF4-FFF2-40B4-BE49-F238E27FC236}">
                <a16:creationId xmlns:a16="http://schemas.microsoft.com/office/drawing/2014/main" id="{172CEF72-CAD6-F280-7459-59779298C3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cs-CZ" altLang="en-VN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54204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Header Placeholder 1">
            <a:extLst>
              <a:ext uri="{FF2B5EF4-FFF2-40B4-BE49-F238E27FC236}">
                <a16:creationId xmlns:a16="http://schemas.microsoft.com/office/drawing/2014/main" id="{12227E50-94C5-F0BB-3565-D25F3A3419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VN" altLang="en-VN"/>
          </a:p>
        </p:txBody>
      </p:sp>
      <p:sp>
        <p:nvSpPr>
          <p:cNvPr id="16386" name="Date Placeholder 2">
            <a:extLst>
              <a:ext uri="{FF2B5EF4-FFF2-40B4-BE49-F238E27FC236}">
                <a16:creationId xmlns:a16="http://schemas.microsoft.com/office/drawing/2014/main" id="{FCD2482E-6AC9-DC93-DF5C-D91DDF9A51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cs-CZ" altLang="en-VN"/>
              <a:t>1.7.2013</a:t>
            </a:r>
          </a:p>
        </p:txBody>
      </p:sp>
      <p:sp>
        <p:nvSpPr>
          <p:cNvPr id="16387" name="Slide Image Placeholder 3">
            <a:extLst>
              <a:ext uri="{FF2B5EF4-FFF2-40B4-BE49-F238E27FC236}">
                <a16:creationId xmlns:a16="http://schemas.microsoft.com/office/drawing/2014/main" id="{D06CB099-3713-79C5-A732-69644BE7D56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8" name="Notes Placeholder 4">
            <a:extLst>
              <a:ext uri="{FF2B5EF4-FFF2-40B4-BE49-F238E27FC236}">
                <a16:creationId xmlns:a16="http://schemas.microsoft.com/office/drawing/2014/main" id="{2F3D3D8A-96F2-BEC8-B630-2D0DDFED326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VN"/>
          </a:p>
        </p:txBody>
      </p:sp>
      <p:sp>
        <p:nvSpPr>
          <p:cNvPr id="16389" name="Footer Placeholder 5">
            <a:extLst>
              <a:ext uri="{FF2B5EF4-FFF2-40B4-BE49-F238E27FC236}">
                <a16:creationId xmlns:a16="http://schemas.microsoft.com/office/drawing/2014/main" id="{E26612E1-33FC-1A46-2914-ACBC74637B0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VN" altLang="en-VN"/>
          </a:p>
        </p:txBody>
      </p:sp>
      <p:sp>
        <p:nvSpPr>
          <p:cNvPr id="16390" name="Slide Number Placeholder 6">
            <a:extLst>
              <a:ext uri="{FF2B5EF4-FFF2-40B4-BE49-F238E27FC236}">
                <a16:creationId xmlns:a16="http://schemas.microsoft.com/office/drawing/2014/main" id="{172CEF72-CAD6-F280-7459-59779298C3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cs-CZ" altLang="en-VN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40371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Header Placeholder 1">
            <a:extLst>
              <a:ext uri="{FF2B5EF4-FFF2-40B4-BE49-F238E27FC236}">
                <a16:creationId xmlns:a16="http://schemas.microsoft.com/office/drawing/2014/main" id="{12227E50-94C5-F0BB-3565-D25F3A3419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VN" altLang="en-VN"/>
          </a:p>
        </p:txBody>
      </p:sp>
      <p:sp>
        <p:nvSpPr>
          <p:cNvPr id="16386" name="Date Placeholder 2">
            <a:extLst>
              <a:ext uri="{FF2B5EF4-FFF2-40B4-BE49-F238E27FC236}">
                <a16:creationId xmlns:a16="http://schemas.microsoft.com/office/drawing/2014/main" id="{FCD2482E-6AC9-DC93-DF5C-D91DDF9A51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cs-CZ" altLang="en-VN"/>
              <a:t>1.7.2013</a:t>
            </a:r>
          </a:p>
        </p:txBody>
      </p:sp>
      <p:sp>
        <p:nvSpPr>
          <p:cNvPr id="16387" name="Slide Image Placeholder 3">
            <a:extLst>
              <a:ext uri="{FF2B5EF4-FFF2-40B4-BE49-F238E27FC236}">
                <a16:creationId xmlns:a16="http://schemas.microsoft.com/office/drawing/2014/main" id="{D06CB099-3713-79C5-A732-69644BE7D56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8" name="Notes Placeholder 4">
            <a:extLst>
              <a:ext uri="{FF2B5EF4-FFF2-40B4-BE49-F238E27FC236}">
                <a16:creationId xmlns:a16="http://schemas.microsoft.com/office/drawing/2014/main" id="{2F3D3D8A-96F2-BEC8-B630-2D0DDFED326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VN"/>
          </a:p>
        </p:txBody>
      </p:sp>
      <p:sp>
        <p:nvSpPr>
          <p:cNvPr id="16389" name="Footer Placeholder 5">
            <a:extLst>
              <a:ext uri="{FF2B5EF4-FFF2-40B4-BE49-F238E27FC236}">
                <a16:creationId xmlns:a16="http://schemas.microsoft.com/office/drawing/2014/main" id="{E26612E1-33FC-1A46-2914-ACBC74637B0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VN" altLang="en-VN"/>
          </a:p>
        </p:txBody>
      </p:sp>
      <p:sp>
        <p:nvSpPr>
          <p:cNvPr id="16390" name="Slide Number Placeholder 6">
            <a:extLst>
              <a:ext uri="{FF2B5EF4-FFF2-40B4-BE49-F238E27FC236}">
                <a16:creationId xmlns:a16="http://schemas.microsoft.com/office/drawing/2014/main" id="{172CEF72-CAD6-F280-7459-59779298C3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cs-CZ" altLang="en-VN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08128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Header Placeholder 1">
            <a:extLst>
              <a:ext uri="{FF2B5EF4-FFF2-40B4-BE49-F238E27FC236}">
                <a16:creationId xmlns:a16="http://schemas.microsoft.com/office/drawing/2014/main" id="{12227E50-94C5-F0BB-3565-D25F3A3419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VN" altLang="en-VN"/>
          </a:p>
        </p:txBody>
      </p:sp>
      <p:sp>
        <p:nvSpPr>
          <p:cNvPr id="16386" name="Date Placeholder 2">
            <a:extLst>
              <a:ext uri="{FF2B5EF4-FFF2-40B4-BE49-F238E27FC236}">
                <a16:creationId xmlns:a16="http://schemas.microsoft.com/office/drawing/2014/main" id="{FCD2482E-6AC9-DC93-DF5C-D91DDF9A51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cs-CZ" altLang="en-VN"/>
              <a:t>1.7.2013</a:t>
            </a:r>
          </a:p>
        </p:txBody>
      </p:sp>
      <p:sp>
        <p:nvSpPr>
          <p:cNvPr id="16387" name="Slide Image Placeholder 3">
            <a:extLst>
              <a:ext uri="{FF2B5EF4-FFF2-40B4-BE49-F238E27FC236}">
                <a16:creationId xmlns:a16="http://schemas.microsoft.com/office/drawing/2014/main" id="{D06CB099-3713-79C5-A732-69644BE7D56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8" name="Notes Placeholder 4">
            <a:extLst>
              <a:ext uri="{FF2B5EF4-FFF2-40B4-BE49-F238E27FC236}">
                <a16:creationId xmlns:a16="http://schemas.microsoft.com/office/drawing/2014/main" id="{2F3D3D8A-96F2-BEC8-B630-2D0DDFED326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VN"/>
          </a:p>
        </p:txBody>
      </p:sp>
      <p:sp>
        <p:nvSpPr>
          <p:cNvPr id="16389" name="Footer Placeholder 5">
            <a:extLst>
              <a:ext uri="{FF2B5EF4-FFF2-40B4-BE49-F238E27FC236}">
                <a16:creationId xmlns:a16="http://schemas.microsoft.com/office/drawing/2014/main" id="{E26612E1-33FC-1A46-2914-ACBC74637B0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VN" altLang="en-VN"/>
          </a:p>
        </p:txBody>
      </p:sp>
      <p:sp>
        <p:nvSpPr>
          <p:cNvPr id="16390" name="Slide Number Placeholder 6">
            <a:extLst>
              <a:ext uri="{FF2B5EF4-FFF2-40B4-BE49-F238E27FC236}">
                <a16:creationId xmlns:a16="http://schemas.microsoft.com/office/drawing/2014/main" id="{172CEF72-CAD6-F280-7459-59779298C3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cs-CZ" altLang="en-VN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80659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Header Placeholder 1">
            <a:extLst>
              <a:ext uri="{FF2B5EF4-FFF2-40B4-BE49-F238E27FC236}">
                <a16:creationId xmlns:a16="http://schemas.microsoft.com/office/drawing/2014/main" id="{12227E50-94C5-F0BB-3565-D25F3A3419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VN" altLang="en-VN"/>
          </a:p>
        </p:txBody>
      </p:sp>
      <p:sp>
        <p:nvSpPr>
          <p:cNvPr id="16386" name="Date Placeholder 2">
            <a:extLst>
              <a:ext uri="{FF2B5EF4-FFF2-40B4-BE49-F238E27FC236}">
                <a16:creationId xmlns:a16="http://schemas.microsoft.com/office/drawing/2014/main" id="{FCD2482E-6AC9-DC93-DF5C-D91DDF9A51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cs-CZ" altLang="en-VN"/>
              <a:t>1.7.2013</a:t>
            </a:r>
          </a:p>
        </p:txBody>
      </p:sp>
      <p:sp>
        <p:nvSpPr>
          <p:cNvPr id="16387" name="Slide Image Placeholder 3">
            <a:extLst>
              <a:ext uri="{FF2B5EF4-FFF2-40B4-BE49-F238E27FC236}">
                <a16:creationId xmlns:a16="http://schemas.microsoft.com/office/drawing/2014/main" id="{D06CB099-3713-79C5-A732-69644BE7D56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8" name="Notes Placeholder 4">
            <a:extLst>
              <a:ext uri="{FF2B5EF4-FFF2-40B4-BE49-F238E27FC236}">
                <a16:creationId xmlns:a16="http://schemas.microsoft.com/office/drawing/2014/main" id="{2F3D3D8A-96F2-BEC8-B630-2D0DDFED326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VN"/>
          </a:p>
        </p:txBody>
      </p:sp>
      <p:sp>
        <p:nvSpPr>
          <p:cNvPr id="16389" name="Footer Placeholder 5">
            <a:extLst>
              <a:ext uri="{FF2B5EF4-FFF2-40B4-BE49-F238E27FC236}">
                <a16:creationId xmlns:a16="http://schemas.microsoft.com/office/drawing/2014/main" id="{E26612E1-33FC-1A46-2914-ACBC74637B0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VN" altLang="en-VN"/>
          </a:p>
        </p:txBody>
      </p:sp>
      <p:sp>
        <p:nvSpPr>
          <p:cNvPr id="16390" name="Slide Number Placeholder 6">
            <a:extLst>
              <a:ext uri="{FF2B5EF4-FFF2-40B4-BE49-F238E27FC236}">
                <a16:creationId xmlns:a16="http://schemas.microsoft.com/office/drawing/2014/main" id="{172CEF72-CAD6-F280-7459-59779298C3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cs-CZ" altLang="en-VN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684593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Header Placeholder 1">
            <a:extLst>
              <a:ext uri="{FF2B5EF4-FFF2-40B4-BE49-F238E27FC236}">
                <a16:creationId xmlns:a16="http://schemas.microsoft.com/office/drawing/2014/main" id="{12227E50-94C5-F0BB-3565-D25F3A3419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VN" altLang="en-VN"/>
          </a:p>
        </p:txBody>
      </p:sp>
      <p:sp>
        <p:nvSpPr>
          <p:cNvPr id="16386" name="Date Placeholder 2">
            <a:extLst>
              <a:ext uri="{FF2B5EF4-FFF2-40B4-BE49-F238E27FC236}">
                <a16:creationId xmlns:a16="http://schemas.microsoft.com/office/drawing/2014/main" id="{FCD2482E-6AC9-DC93-DF5C-D91DDF9A51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cs-CZ" altLang="en-VN"/>
              <a:t>1.7.2013</a:t>
            </a:r>
          </a:p>
        </p:txBody>
      </p:sp>
      <p:sp>
        <p:nvSpPr>
          <p:cNvPr id="16387" name="Slide Image Placeholder 3">
            <a:extLst>
              <a:ext uri="{FF2B5EF4-FFF2-40B4-BE49-F238E27FC236}">
                <a16:creationId xmlns:a16="http://schemas.microsoft.com/office/drawing/2014/main" id="{D06CB099-3713-79C5-A732-69644BE7D56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8" name="Notes Placeholder 4">
            <a:extLst>
              <a:ext uri="{FF2B5EF4-FFF2-40B4-BE49-F238E27FC236}">
                <a16:creationId xmlns:a16="http://schemas.microsoft.com/office/drawing/2014/main" id="{2F3D3D8A-96F2-BEC8-B630-2D0DDFED326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VN"/>
          </a:p>
        </p:txBody>
      </p:sp>
      <p:sp>
        <p:nvSpPr>
          <p:cNvPr id="16389" name="Footer Placeholder 5">
            <a:extLst>
              <a:ext uri="{FF2B5EF4-FFF2-40B4-BE49-F238E27FC236}">
                <a16:creationId xmlns:a16="http://schemas.microsoft.com/office/drawing/2014/main" id="{E26612E1-33FC-1A46-2914-ACBC74637B0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VN" altLang="en-VN"/>
          </a:p>
        </p:txBody>
      </p:sp>
      <p:sp>
        <p:nvSpPr>
          <p:cNvPr id="16390" name="Slide Number Placeholder 6">
            <a:extLst>
              <a:ext uri="{FF2B5EF4-FFF2-40B4-BE49-F238E27FC236}">
                <a16:creationId xmlns:a16="http://schemas.microsoft.com/office/drawing/2014/main" id="{172CEF72-CAD6-F280-7459-59779298C3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cs-CZ" altLang="en-VN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900477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Header Placeholder 1">
            <a:extLst>
              <a:ext uri="{FF2B5EF4-FFF2-40B4-BE49-F238E27FC236}">
                <a16:creationId xmlns:a16="http://schemas.microsoft.com/office/drawing/2014/main" id="{12227E50-94C5-F0BB-3565-D25F3A3419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VN" altLang="en-VN"/>
          </a:p>
        </p:txBody>
      </p:sp>
      <p:sp>
        <p:nvSpPr>
          <p:cNvPr id="16386" name="Date Placeholder 2">
            <a:extLst>
              <a:ext uri="{FF2B5EF4-FFF2-40B4-BE49-F238E27FC236}">
                <a16:creationId xmlns:a16="http://schemas.microsoft.com/office/drawing/2014/main" id="{FCD2482E-6AC9-DC93-DF5C-D91DDF9A51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cs-CZ" altLang="en-VN"/>
              <a:t>1.7.2013</a:t>
            </a:r>
          </a:p>
        </p:txBody>
      </p:sp>
      <p:sp>
        <p:nvSpPr>
          <p:cNvPr id="16387" name="Slide Image Placeholder 3">
            <a:extLst>
              <a:ext uri="{FF2B5EF4-FFF2-40B4-BE49-F238E27FC236}">
                <a16:creationId xmlns:a16="http://schemas.microsoft.com/office/drawing/2014/main" id="{D06CB099-3713-79C5-A732-69644BE7D56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8" name="Notes Placeholder 4">
            <a:extLst>
              <a:ext uri="{FF2B5EF4-FFF2-40B4-BE49-F238E27FC236}">
                <a16:creationId xmlns:a16="http://schemas.microsoft.com/office/drawing/2014/main" id="{2F3D3D8A-96F2-BEC8-B630-2D0DDFED326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VN"/>
          </a:p>
        </p:txBody>
      </p:sp>
      <p:sp>
        <p:nvSpPr>
          <p:cNvPr id="16389" name="Footer Placeholder 5">
            <a:extLst>
              <a:ext uri="{FF2B5EF4-FFF2-40B4-BE49-F238E27FC236}">
                <a16:creationId xmlns:a16="http://schemas.microsoft.com/office/drawing/2014/main" id="{E26612E1-33FC-1A46-2914-ACBC74637B0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VN" altLang="en-VN"/>
          </a:p>
        </p:txBody>
      </p:sp>
      <p:sp>
        <p:nvSpPr>
          <p:cNvPr id="16390" name="Slide Number Placeholder 6">
            <a:extLst>
              <a:ext uri="{FF2B5EF4-FFF2-40B4-BE49-F238E27FC236}">
                <a16:creationId xmlns:a16="http://schemas.microsoft.com/office/drawing/2014/main" id="{172CEF72-CAD6-F280-7459-59779298C3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cs-CZ" altLang="en-VN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671715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Header Placeholder 1">
            <a:extLst>
              <a:ext uri="{FF2B5EF4-FFF2-40B4-BE49-F238E27FC236}">
                <a16:creationId xmlns:a16="http://schemas.microsoft.com/office/drawing/2014/main" id="{12227E50-94C5-F0BB-3565-D25F3A3419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VN" altLang="en-VN"/>
          </a:p>
        </p:txBody>
      </p:sp>
      <p:sp>
        <p:nvSpPr>
          <p:cNvPr id="16386" name="Date Placeholder 2">
            <a:extLst>
              <a:ext uri="{FF2B5EF4-FFF2-40B4-BE49-F238E27FC236}">
                <a16:creationId xmlns:a16="http://schemas.microsoft.com/office/drawing/2014/main" id="{FCD2482E-6AC9-DC93-DF5C-D91DDF9A51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cs-CZ" altLang="en-VN"/>
              <a:t>1.7.2013</a:t>
            </a:r>
          </a:p>
        </p:txBody>
      </p:sp>
      <p:sp>
        <p:nvSpPr>
          <p:cNvPr id="16387" name="Slide Image Placeholder 3">
            <a:extLst>
              <a:ext uri="{FF2B5EF4-FFF2-40B4-BE49-F238E27FC236}">
                <a16:creationId xmlns:a16="http://schemas.microsoft.com/office/drawing/2014/main" id="{D06CB099-3713-79C5-A732-69644BE7D56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8" name="Notes Placeholder 4">
            <a:extLst>
              <a:ext uri="{FF2B5EF4-FFF2-40B4-BE49-F238E27FC236}">
                <a16:creationId xmlns:a16="http://schemas.microsoft.com/office/drawing/2014/main" id="{2F3D3D8A-96F2-BEC8-B630-2D0DDFED326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VN"/>
          </a:p>
        </p:txBody>
      </p:sp>
      <p:sp>
        <p:nvSpPr>
          <p:cNvPr id="16389" name="Footer Placeholder 5">
            <a:extLst>
              <a:ext uri="{FF2B5EF4-FFF2-40B4-BE49-F238E27FC236}">
                <a16:creationId xmlns:a16="http://schemas.microsoft.com/office/drawing/2014/main" id="{E26612E1-33FC-1A46-2914-ACBC74637B0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VN" altLang="en-VN"/>
          </a:p>
        </p:txBody>
      </p:sp>
      <p:sp>
        <p:nvSpPr>
          <p:cNvPr id="16390" name="Slide Number Placeholder 6">
            <a:extLst>
              <a:ext uri="{FF2B5EF4-FFF2-40B4-BE49-F238E27FC236}">
                <a16:creationId xmlns:a16="http://schemas.microsoft.com/office/drawing/2014/main" id="{172CEF72-CAD6-F280-7459-59779298C3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cs-CZ" altLang="en-VN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873529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Header Placeholder 1">
            <a:extLst>
              <a:ext uri="{FF2B5EF4-FFF2-40B4-BE49-F238E27FC236}">
                <a16:creationId xmlns:a16="http://schemas.microsoft.com/office/drawing/2014/main" id="{12227E50-94C5-F0BB-3565-D25F3A3419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VN" altLang="en-VN"/>
          </a:p>
        </p:txBody>
      </p:sp>
      <p:sp>
        <p:nvSpPr>
          <p:cNvPr id="16386" name="Date Placeholder 2">
            <a:extLst>
              <a:ext uri="{FF2B5EF4-FFF2-40B4-BE49-F238E27FC236}">
                <a16:creationId xmlns:a16="http://schemas.microsoft.com/office/drawing/2014/main" id="{FCD2482E-6AC9-DC93-DF5C-D91DDF9A51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cs-CZ" altLang="en-VN"/>
              <a:t>1.7.2013</a:t>
            </a:r>
          </a:p>
        </p:txBody>
      </p:sp>
      <p:sp>
        <p:nvSpPr>
          <p:cNvPr id="16387" name="Slide Image Placeholder 3">
            <a:extLst>
              <a:ext uri="{FF2B5EF4-FFF2-40B4-BE49-F238E27FC236}">
                <a16:creationId xmlns:a16="http://schemas.microsoft.com/office/drawing/2014/main" id="{D06CB099-3713-79C5-A732-69644BE7D56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8" name="Notes Placeholder 4">
            <a:extLst>
              <a:ext uri="{FF2B5EF4-FFF2-40B4-BE49-F238E27FC236}">
                <a16:creationId xmlns:a16="http://schemas.microsoft.com/office/drawing/2014/main" id="{2F3D3D8A-96F2-BEC8-B630-2D0DDFED326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VN"/>
          </a:p>
        </p:txBody>
      </p:sp>
      <p:sp>
        <p:nvSpPr>
          <p:cNvPr id="16389" name="Footer Placeholder 5">
            <a:extLst>
              <a:ext uri="{FF2B5EF4-FFF2-40B4-BE49-F238E27FC236}">
                <a16:creationId xmlns:a16="http://schemas.microsoft.com/office/drawing/2014/main" id="{E26612E1-33FC-1A46-2914-ACBC74637B0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VN" altLang="en-VN"/>
          </a:p>
        </p:txBody>
      </p:sp>
      <p:sp>
        <p:nvSpPr>
          <p:cNvPr id="16390" name="Slide Number Placeholder 6">
            <a:extLst>
              <a:ext uri="{FF2B5EF4-FFF2-40B4-BE49-F238E27FC236}">
                <a16:creationId xmlns:a16="http://schemas.microsoft.com/office/drawing/2014/main" id="{172CEF72-CAD6-F280-7459-59779298C3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cs-CZ" altLang="en-VN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85777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Header Placeholder 1">
            <a:extLst>
              <a:ext uri="{FF2B5EF4-FFF2-40B4-BE49-F238E27FC236}">
                <a16:creationId xmlns:a16="http://schemas.microsoft.com/office/drawing/2014/main" id="{12227E50-94C5-F0BB-3565-D25F3A3419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VN" altLang="en-VN"/>
          </a:p>
        </p:txBody>
      </p:sp>
      <p:sp>
        <p:nvSpPr>
          <p:cNvPr id="16386" name="Date Placeholder 2">
            <a:extLst>
              <a:ext uri="{FF2B5EF4-FFF2-40B4-BE49-F238E27FC236}">
                <a16:creationId xmlns:a16="http://schemas.microsoft.com/office/drawing/2014/main" id="{FCD2482E-6AC9-DC93-DF5C-D91DDF9A51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cs-CZ" altLang="en-VN"/>
              <a:t>1.7.2013</a:t>
            </a:r>
          </a:p>
        </p:txBody>
      </p:sp>
      <p:sp>
        <p:nvSpPr>
          <p:cNvPr id="16387" name="Slide Image Placeholder 3">
            <a:extLst>
              <a:ext uri="{FF2B5EF4-FFF2-40B4-BE49-F238E27FC236}">
                <a16:creationId xmlns:a16="http://schemas.microsoft.com/office/drawing/2014/main" id="{D06CB099-3713-79C5-A732-69644BE7D56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8" name="Notes Placeholder 4">
            <a:extLst>
              <a:ext uri="{FF2B5EF4-FFF2-40B4-BE49-F238E27FC236}">
                <a16:creationId xmlns:a16="http://schemas.microsoft.com/office/drawing/2014/main" id="{2F3D3D8A-96F2-BEC8-B630-2D0DDFED326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VN"/>
          </a:p>
        </p:txBody>
      </p:sp>
      <p:sp>
        <p:nvSpPr>
          <p:cNvPr id="16389" name="Footer Placeholder 5">
            <a:extLst>
              <a:ext uri="{FF2B5EF4-FFF2-40B4-BE49-F238E27FC236}">
                <a16:creationId xmlns:a16="http://schemas.microsoft.com/office/drawing/2014/main" id="{E26612E1-33FC-1A46-2914-ACBC74637B0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VN" altLang="en-VN"/>
          </a:p>
        </p:txBody>
      </p:sp>
      <p:sp>
        <p:nvSpPr>
          <p:cNvPr id="16390" name="Slide Number Placeholder 6">
            <a:extLst>
              <a:ext uri="{FF2B5EF4-FFF2-40B4-BE49-F238E27FC236}">
                <a16:creationId xmlns:a16="http://schemas.microsoft.com/office/drawing/2014/main" id="{172CEF72-CAD6-F280-7459-59779298C3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cs-CZ" altLang="en-VN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03881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024D1-8A26-4959-B8B8-B82079183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2A12A7-7645-4A51-A79D-A1C56F7B2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57A9D-62B7-4773-809B-77222EA8A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1565-32E1-412F-8273-8D877BF3FE82}" type="datetimeFigureOut">
              <a:rPr lang="vi-VN" smtClean="0"/>
              <a:t>29/1/26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D10FC-4A84-499C-95E9-774058C29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4D0E6-05BE-4881-94BE-6605B0D37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0A236-16EE-4206-9B9E-CB5DF706A17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32407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651D9-5953-4805-B683-1F71ADD85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E0F74-4D2E-4E43-9858-AF6D6EB95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4EC13-4614-4F14-A51F-591531FD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1565-32E1-412F-8273-8D877BF3FE82}" type="datetimeFigureOut">
              <a:rPr lang="vi-VN" smtClean="0"/>
              <a:t>29/1/26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47715-BA02-4116-A130-2E31F4944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7F6E1-F756-4AF5-BC69-79A578FF0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0A236-16EE-4206-9B9E-CB5DF706A17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29157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E8904-1C24-40F8-ADC7-33AA5E5B8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48BD1-1F49-4352-BA80-FFE899240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AB52F-CF4F-47DF-9582-DA5FA1DA0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1565-32E1-412F-8273-8D877BF3FE82}" type="datetimeFigureOut">
              <a:rPr lang="vi-VN" smtClean="0"/>
              <a:t>29/1/26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8218B-8277-45D8-B3AE-590237420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A8F59-192D-4F86-A13E-1EF59EE33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0A236-16EE-4206-9B9E-CB5DF706A17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7756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5273-1A9C-47A2-8DF0-F0CBBD20C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4AD96-9A30-4E20-8540-BF3F71ECF6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AEC07F-7AE2-4B35-8F87-7343A7644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FA4D23-7DE0-401E-ACA3-7C60F8E37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1565-32E1-412F-8273-8D877BF3FE82}" type="datetimeFigureOut">
              <a:rPr lang="vi-VN" smtClean="0"/>
              <a:t>29/1/26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B8AC7-2B6B-4542-9682-F0F5590CC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DD60F-CBB3-4FF1-B519-3F19100CC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0A236-16EE-4206-9B9E-CB5DF706A17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07908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76C70-D2DD-41FD-BCAA-C31A6193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565D1B-527E-4EBC-B2F1-0ADD131DD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E840A-4D3E-4BD1-AC3F-2B707A1C3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C69D6-6886-4133-8408-35CE02E26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ABFBCA-8A94-40E7-A03A-AF4F3AE7B7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F81FB-F51C-437F-ABB1-E40C6B880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1565-32E1-412F-8273-8D877BF3FE82}" type="datetimeFigureOut">
              <a:rPr lang="vi-VN" smtClean="0"/>
              <a:t>29/1/26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FE9D68-FCA1-4CD1-9A66-99054C3C6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D5110E-8E89-48E3-A05C-B42FA59B2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0A236-16EE-4206-9B9E-CB5DF706A17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57834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07E1C-B0D4-4369-8B28-6BDD8AD44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6B00B4-A223-49FC-B455-5A533438C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1565-32E1-412F-8273-8D877BF3FE82}" type="datetimeFigureOut">
              <a:rPr lang="vi-VN" smtClean="0"/>
              <a:t>29/1/26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9830BA-A0CD-4E41-A959-3C6CC3732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770B6-467E-4C1A-9133-22EB57133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0A236-16EE-4206-9B9E-CB5DF706A17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44825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1C96AB-84DA-4B1C-BC56-AB60FD562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1565-32E1-412F-8273-8D877BF3FE82}" type="datetimeFigureOut">
              <a:rPr lang="vi-VN" smtClean="0"/>
              <a:t>29/1/26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EAFBEE-3040-48CD-9303-3CF159BA7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65DD8-D01F-44A7-A85B-32B364189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0A236-16EE-4206-9B9E-CB5DF706A17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64804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E0640-A93F-4B5A-859B-C2334A3F4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E271D-3608-4446-A12A-223C47CE0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6A3A0E-D699-4A39-9D68-7BFB1D7F98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B4A03-669F-4D67-9685-A5D701A46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1565-32E1-412F-8273-8D877BF3FE82}" type="datetimeFigureOut">
              <a:rPr lang="vi-VN" smtClean="0"/>
              <a:t>29/1/26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F4965-467F-4FFE-9030-27B058189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5D0CA-9694-4C2A-803C-F1C0E27E8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0A236-16EE-4206-9B9E-CB5DF706A17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952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0E9EF-E234-4488-B8AE-FFDA14E8F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FD3DCF-495F-4BD3-9A3B-3C05AE02A7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7ACB2B-A21C-4F31-A7D3-E5C8FFDDC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8F2F15-578B-46B7-AF54-F69853CB7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1565-32E1-412F-8273-8D877BF3FE82}" type="datetimeFigureOut">
              <a:rPr lang="vi-VN" smtClean="0"/>
              <a:t>29/1/26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34F6C-F485-4D1F-8447-406C8C9D5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D17CF-AE7F-4296-BD4F-5E3BED209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0A236-16EE-4206-9B9E-CB5DF706A17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61217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B3617-014B-4649-A4CC-941532311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BA19CD-5921-4007-B12E-91798803D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3B068-8ED6-48A2-A55E-35E2F1A39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1565-32E1-412F-8273-8D877BF3FE82}" type="datetimeFigureOut">
              <a:rPr lang="vi-VN" smtClean="0"/>
              <a:t>29/1/26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05459-6548-4601-8741-CE4847C77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9F477-D3D2-4BCE-9545-38937E9D1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0A236-16EE-4206-9B9E-CB5DF706A17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94286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63AF47-E7F1-47B1-9C79-205397F8AF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950BC-E41C-46DF-90EB-B0C478D6F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E4F2C-57CF-461F-BA9C-E6D30342E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1565-32E1-412F-8273-8D877BF3FE82}" type="datetimeFigureOut">
              <a:rPr lang="vi-VN" smtClean="0"/>
              <a:t>29/1/26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FBCE1-2A3B-4AE4-8203-C35C3494C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22800-397E-4B29-9496-0392A97F1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0A236-16EE-4206-9B9E-CB5DF706A17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47783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7764EA-64C5-41D4-B42E-293F059C9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BC761-A476-4D2C-8A10-4BCEC5E26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459A3-2086-497F-AF99-620942B51B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C1565-32E1-412F-8273-8D877BF3FE82}" type="datetimeFigureOut">
              <a:rPr lang="vi-VN" smtClean="0"/>
              <a:t>29/1/26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08F0E-E549-440C-A970-A1CEDE918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F4D3C-ACE3-4984-B171-9ACA50471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0A236-16EE-4206-9B9E-CB5DF706A17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4075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9.xml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1.xml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15">
            <a:extLst>
              <a:ext uri="{FF2B5EF4-FFF2-40B4-BE49-F238E27FC236}">
                <a16:creationId xmlns:a16="http://schemas.microsoft.com/office/drawing/2014/main" id="{E8BBDCF3-F6D6-7F54-7EAF-02019EE6F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38" y="5037241"/>
            <a:ext cx="10988040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8" name="Picture 2" descr="口语B06342937大">
            <a:extLst>
              <a:ext uri="{FF2B5EF4-FFF2-40B4-BE49-F238E27FC236}">
                <a16:creationId xmlns:a16="http://schemas.microsoft.com/office/drawing/2014/main" id="{71B65758-257C-2CA6-3352-CD0B64ACC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0" b="3079"/>
          <a:stretch>
            <a:fillRect/>
          </a:stretch>
        </p:blipFill>
        <p:spPr bwMode="auto">
          <a:xfrm>
            <a:off x="601978" y="0"/>
            <a:ext cx="10972800" cy="5661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6" descr="发展logo">
            <a:extLst>
              <a:ext uri="{FF2B5EF4-FFF2-40B4-BE49-F238E27FC236}">
                <a16:creationId xmlns:a16="http://schemas.microsoft.com/office/drawing/2014/main" id="{A898A330-75D6-BD1B-8CE0-DC399C456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704" y="491491"/>
            <a:ext cx="138684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Text Box 11">
            <a:extLst>
              <a:ext uri="{FF2B5EF4-FFF2-40B4-BE49-F238E27FC236}">
                <a16:creationId xmlns:a16="http://schemas.microsoft.com/office/drawing/2014/main" id="{EB31D9F4-782F-7D36-9668-F62D2E5BA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79" y="1786891"/>
            <a:ext cx="10774581" cy="5651804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7200" b="1" dirty="0">
                <a:solidFill>
                  <a:srgbClr val="39839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初级听力（</a:t>
            </a:r>
            <a:r>
              <a:rPr lang="en-US" altLang="zh-CN" sz="7200" b="1" dirty="0">
                <a:solidFill>
                  <a:srgbClr val="398397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II</a:t>
            </a:r>
            <a:r>
              <a:rPr lang="zh-CN" altLang="en-US" sz="7200" b="1" dirty="0">
                <a:solidFill>
                  <a:srgbClr val="39839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7200" dirty="0">
                <a:solidFill>
                  <a:srgbClr val="398397"/>
                </a:solidFill>
                <a:latin typeface="Calibri" panose="020F0502020204030204" pitchFamily="34" charset="0"/>
              </a:rPr>
              <a:t> </a:t>
            </a:r>
            <a:br>
              <a:rPr lang="zh-CN" altLang="en-US" sz="7200" dirty="0">
                <a:solidFill>
                  <a:srgbClr val="398397"/>
                </a:solidFill>
                <a:latin typeface="Calibri" panose="020F0502020204030204" pitchFamily="34" charset="0"/>
              </a:rPr>
            </a:br>
            <a:r>
              <a:rPr lang="en-US" altLang="zh-CN" sz="7200" dirty="0">
                <a:solidFill>
                  <a:srgbClr val="398397"/>
                </a:solidFill>
                <a:latin typeface="Calibri" panose="020F0502020204030204" pitchFamily="34" charset="0"/>
              </a:rPr>
              <a:t>  </a:t>
            </a:r>
            <a:r>
              <a:rPr lang="zh-CN" altLang="en-US" sz="6600" dirty="0">
                <a:latin typeface="NSimSun" panose="02010609030101010101" pitchFamily="49" charset="-122"/>
                <a:ea typeface="NSimSun" panose="02010609030101010101" pitchFamily="49" charset="-122"/>
              </a:rPr>
              <a:t>第</a:t>
            </a:r>
            <a:r>
              <a:rPr lang="en-US" altLang="zh-CN" sz="6600" dirty="0">
                <a:latin typeface="NSimSun" panose="02010609030101010101" pitchFamily="49" charset="-122"/>
                <a:ea typeface="NSimSun" panose="02010609030101010101" pitchFamily="49" charset="-122"/>
              </a:rPr>
              <a:t>9</a:t>
            </a:r>
            <a:r>
              <a:rPr lang="zh-CN" altLang="en-US" sz="6600" dirty="0">
                <a:latin typeface="NSimSun" panose="02010609030101010101" pitchFamily="49" charset="-122"/>
                <a:ea typeface="NSimSun" panose="02010609030101010101" pitchFamily="49" charset="-122"/>
              </a:rPr>
              <a:t>课</a:t>
            </a:r>
            <a:r>
              <a:rPr lang="en-US" altLang="zh-CN" sz="6600" dirty="0">
                <a:latin typeface="NSimSun" panose="02010609030101010101" pitchFamily="49" charset="-122"/>
                <a:ea typeface="NSimSun" panose="02010609030101010101" pitchFamily="49" charset="-122"/>
              </a:rPr>
              <a:t> </a:t>
            </a:r>
            <a:r>
              <a:rPr lang="zh-CN" altLang="en-US" sz="6600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鸡蛋</a:t>
            </a:r>
            <a:r>
              <a:rPr lang="en-US" altLang="zh-CN" sz="6600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4</a:t>
            </a:r>
            <a:r>
              <a:rPr lang="zh-CN" altLang="en-US" sz="6600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块一斤</a:t>
            </a:r>
          </a:p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  <a:defRPr/>
            </a:pPr>
            <a:endParaRPr lang="zh-CN" altLang="en-US" sz="5280" b="1" dirty="0">
              <a:solidFill>
                <a:srgbClr val="0432FF"/>
              </a:solidFill>
              <a:latin typeface="Helvetica" pitchFamily="2" charset="0"/>
            </a:endParaRPr>
          </a:p>
          <a:p>
            <a:pPr algn="ctr" eaLnBrk="1" hangingPunct="1">
              <a:lnSpc>
                <a:spcPct val="130000"/>
              </a:lnSpc>
              <a:spcBef>
                <a:spcPct val="50000"/>
              </a:spcBef>
              <a:buFontTx/>
              <a:buNone/>
              <a:defRPr/>
            </a:pPr>
            <a:endParaRPr lang="zh-CN" altLang="en-US" sz="7200" b="1" dirty="0">
              <a:latin typeface="+mj-ea"/>
              <a:ea typeface="+mj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B6CFE6-E1A8-80FD-6A25-EDCBB866FA69}"/>
              </a:ext>
            </a:extLst>
          </p:cNvPr>
          <p:cNvSpPr/>
          <p:nvPr/>
        </p:nvSpPr>
        <p:spPr>
          <a:xfrm>
            <a:off x="5182135" y="491491"/>
            <a:ext cx="2778325" cy="10895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648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NGHE 2</a:t>
            </a:r>
          </a:p>
        </p:txBody>
      </p:sp>
      <p:pic>
        <p:nvPicPr>
          <p:cNvPr id="14342" name="Picture 3">
            <a:extLst>
              <a:ext uri="{FF2B5EF4-FFF2-40B4-BE49-F238E27FC236}">
                <a16:creationId xmlns:a16="http://schemas.microsoft.com/office/drawing/2014/main" id="{734B0424-7DC6-69CA-2641-C4C92CF02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" y="59056"/>
            <a:ext cx="2851786" cy="1038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88E780-C914-6406-C2B0-73D93A0F5101}"/>
              </a:ext>
            </a:extLst>
          </p:cNvPr>
          <p:cNvSpPr/>
          <p:nvPr/>
        </p:nvSpPr>
        <p:spPr>
          <a:xfrm>
            <a:off x="2375065" y="4673551"/>
            <a:ext cx="7006616" cy="1126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sz="3360" b="1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KHOA NN-VH TRUNG QUỐC</a:t>
            </a:r>
          </a:p>
          <a:p>
            <a:pPr algn="ctr" eaLnBrk="1" hangingPunct="1">
              <a:defRPr/>
            </a:pPr>
            <a:r>
              <a:rPr lang="zh-CN" altLang="en-US" sz="3360" b="1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中国语言与文化系</a:t>
            </a:r>
            <a:endParaRPr lang="en-US" sz="3360" b="1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1" name="Group 2">
            <a:extLst>
              <a:ext uri="{FF2B5EF4-FFF2-40B4-BE49-F238E27FC236}">
                <a16:creationId xmlns:a16="http://schemas.microsoft.com/office/drawing/2014/main" id="{199FB602-7CA2-A648-DE0D-0525320587C3}"/>
              </a:ext>
            </a:extLst>
          </p:cNvPr>
          <p:cNvGrpSpPr>
            <a:grpSpLocks/>
          </p:cNvGrpSpPr>
          <p:nvPr/>
        </p:nvGrpSpPr>
        <p:grpSpPr bwMode="auto">
          <a:xfrm>
            <a:off x="653416" y="299086"/>
            <a:ext cx="10928984" cy="6216014"/>
            <a:chOff x="0" y="0"/>
            <a:chExt cx="24287621" cy="1381278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3F0427D-4F3E-A1DC-124F-07B17F27D99D}"/>
                </a:ext>
              </a:extLst>
            </p:cNvPr>
            <p:cNvSpPr/>
            <p:nvPr/>
          </p:nvSpPr>
          <p:spPr>
            <a:xfrm>
              <a:off x="0" y="0"/>
              <a:ext cx="12180973" cy="13812786"/>
            </a:xfrm>
            <a:custGeom>
              <a:avLst/>
              <a:gdLst/>
              <a:ahLst/>
              <a:cxnLst/>
              <a:rect l="l" t="t" r="r" b="b"/>
              <a:pathLst>
                <a:path w="12180973" h="13812786">
                  <a:moveTo>
                    <a:pt x="0" y="0"/>
                  </a:moveTo>
                  <a:lnTo>
                    <a:pt x="12180973" y="0"/>
                  </a:lnTo>
                  <a:lnTo>
                    <a:pt x="12180973" y="13812786"/>
                  </a:lnTo>
                  <a:lnTo>
                    <a:pt x="0" y="1381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7850"/>
              </a:blip>
              <a:stretch>
                <a:fillRect l="-13396"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4F6E5C0-23C5-9CE4-9EEF-2964FC28F084}"/>
                </a:ext>
              </a:extLst>
            </p:cNvPr>
            <p:cNvSpPr/>
            <p:nvPr/>
          </p:nvSpPr>
          <p:spPr>
            <a:xfrm>
              <a:off x="12180973" y="0"/>
              <a:ext cx="12106648" cy="13812786"/>
            </a:xfrm>
            <a:custGeom>
              <a:avLst/>
              <a:gdLst/>
              <a:ahLst/>
              <a:cxnLst/>
              <a:rect l="l" t="t" r="r" b="b"/>
              <a:pathLst>
                <a:path w="12106648" h="13812786">
                  <a:moveTo>
                    <a:pt x="0" y="0"/>
                  </a:moveTo>
                  <a:lnTo>
                    <a:pt x="12106648" y="0"/>
                  </a:lnTo>
                  <a:lnTo>
                    <a:pt x="12106648" y="13812786"/>
                  </a:lnTo>
                  <a:lnTo>
                    <a:pt x="0" y="1381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7850"/>
              </a:blip>
              <a:stretch>
                <a:fillRect r="-14092"/>
              </a:stretch>
            </a:blipFill>
          </p:spPr>
        </p:sp>
      </p:grpSp>
      <p:grpSp>
        <p:nvGrpSpPr>
          <p:cNvPr id="15362" name="Group 5">
            <a:extLst>
              <a:ext uri="{FF2B5EF4-FFF2-40B4-BE49-F238E27FC236}">
                <a16:creationId xmlns:a16="http://schemas.microsoft.com/office/drawing/2014/main" id="{F0481D9F-85C8-FFEB-EC68-3EDED127D35D}"/>
              </a:ext>
            </a:extLst>
          </p:cNvPr>
          <p:cNvGrpSpPr>
            <a:grpSpLocks/>
          </p:cNvGrpSpPr>
          <p:nvPr/>
        </p:nvGrpSpPr>
        <p:grpSpPr bwMode="auto">
          <a:xfrm>
            <a:off x="1203960" y="5888356"/>
            <a:ext cx="9850756" cy="899160"/>
            <a:chOff x="0" y="0"/>
            <a:chExt cx="31776939" cy="49472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BE7DD73-FC4E-E149-4221-36CDD2B9DE6B}"/>
                </a:ext>
              </a:extLst>
            </p:cNvPr>
            <p:cNvSpPr/>
            <p:nvPr/>
          </p:nvSpPr>
          <p:spPr>
            <a:xfrm>
              <a:off x="0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1" y="0"/>
                  </a:lnTo>
                  <a:lnTo>
                    <a:pt x="10427561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013151B-7B31-5A78-FFAA-F1C52AACFB77}"/>
                </a:ext>
              </a:extLst>
            </p:cNvPr>
            <p:cNvSpPr/>
            <p:nvPr/>
          </p:nvSpPr>
          <p:spPr>
            <a:xfrm>
              <a:off x="10674689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1" y="0"/>
                  </a:lnTo>
                  <a:lnTo>
                    <a:pt x="10427561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E395E60-77E7-A04F-1E77-2ADE6FC5F7B1}"/>
                </a:ext>
              </a:extLst>
            </p:cNvPr>
            <p:cNvSpPr/>
            <p:nvPr/>
          </p:nvSpPr>
          <p:spPr>
            <a:xfrm>
              <a:off x="21349377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2" y="0"/>
                  </a:lnTo>
                  <a:lnTo>
                    <a:pt x="10427562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</p:grpSp>
      <p:grpSp>
        <p:nvGrpSpPr>
          <p:cNvPr id="15363" name="Group 10">
            <a:extLst>
              <a:ext uri="{FF2B5EF4-FFF2-40B4-BE49-F238E27FC236}">
                <a16:creationId xmlns:a16="http://schemas.microsoft.com/office/drawing/2014/main" id="{519140A6-9029-46F0-B08B-82D07D0D31DB}"/>
              </a:ext>
            </a:extLst>
          </p:cNvPr>
          <p:cNvGrpSpPr>
            <a:grpSpLocks/>
          </p:cNvGrpSpPr>
          <p:nvPr/>
        </p:nvGrpSpPr>
        <p:grpSpPr bwMode="auto">
          <a:xfrm>
            <a:off x="0" y="137160"/>
            <a:ext cx="12100956" cy="6650356"/>
            <a:chOff x="0" y="0"/>
            <a:chExt cx="21640800" cy="11363027"/>
          </a:xfrm>
        </p:grpSpPr>
        <p:sp>
          <p:nvSpPr>
            <p:cNvPr id="15370" name="Freeform 11">
              <a:extLst>
                <a:ext uri="{FF2B5EF4-FFF2-40B4-BE49-F238E27FC236}">
                  <a16:creationId xmlns:a16="http://schemas.microsoft.com/office/drawing/2014/main" id="{37F6DADE-8E1C-BA24-0853-FA829A882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9097524" cy="11363027"/>
            </a:xfrm>
            <a:custGeom>
              <a:avLst/>
              <a:gdLst>
                <a:gd name="T0" fmla="*/ 0 w 19097524"/>
                <a:gd name="T1" fmla="*/ 0 h 11363027"/>
                <a:gd name="T2" fmla="*/ 19097524 w 19097524"/>
                <a:gd name="T3" fmla="*/ 0 h 11363027"/>
                <a:gd name="T4" fmla="*/ 19097524 w 19097524"/>
                <a:gd name="T5" fmla="*/ 11363027 h 11363027"/>
                <a:gd name="T6" fmla="*/ 0 w 19097524"/>
                <a:gd name="T7" fmla="*/ 11363027 h 11363027"/>
                <a:gd name="T8" fmla="*/ 0 w 19097524"/>
                <a:gd name="T9" fmla="*/ 0 h 113630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097524" h="11363027">
                  <a:moveTo>
                    <a:pt x="0" y="0"/>
                  </a:moveTo>
                  <a:lnTo>
                    <a:pt x="19097524" y="0"/>
                  </a:lnTo>
                  <a:lnTo>
                    <a:pt x="19097524" y="11363027"/>
                  </a:lnTo>
                  <a:lnTo>
                    <a:pt x="0" y="11363027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7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 sz="2160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A82205C-62BE-5BF7-AA60-3BF909FA96A5}"/>
                </a:ext>
              </a:extLst>
            </p:cNvPr>
            <p:cNvSpPr/>
            <p:nvPr/>
          </p:nvSpPr>
          <p:spPr>
            <a:xfrm>
              <a:off x="8264080" y="0"/>
              <a:ext cx="13376720" cy="11363027"/>
            </a:xfrm>
            <a:custGeom>
              <a:avLst/>
              <a:gdLst/>
              <a:ahLst/>
              <a:cxnLst/>
              <a:rect l="l" t="t" r="r" b="b"/>
              <a:pathLst>
                <a:path w="13376720" h="11363027">
                  <a:moveTo>
                    <a:pt x="0" y="0"/>
                  </a:moveTo>
                  <a:lnTo>
                    <a:pt x="13376720" y="0"/>
                  </a:lnTo>
                  <a:lnTo>
                    <a:pt x="13376720" y="11363027"/>
                  </a:lnTo>
                  <a:lnTo>
                    <a:pt x="0" y="113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766"/>
              </a:stretch>
            </a:blipFill>
          </p:spPr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22BDC091-F05B-522A-83FF-DC1F426F937F}"/>
              </a:ext>
            </a:extLst>
          </p:cNvPr>
          <p:cNvSpPr/>
          <p:nvPr/>
        </p:nvSpPr>
        <p:spPr>
          <a:xfrm>
            <a:off x="2286000" y="520066"/>
            <a:ext cx="8025766" cy="5734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>
            <a:lvl1pPr marL="17145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07000"/>
              </a:lnSpc>
              <a:defRPr/>
            </a:pPr>
            <a:endParaRPr lang="vi-VN" altLang="en-VN" sz="288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78F1A2-0540-A746-75A9-E58BC9F1A808}"/>
              </a:ext>
            </a:extLst>
          </p:cNvPr>
          <p:cNvSpPr/>
          <p:nvPr/>
        </p:nvSpPr>
        <p:spPr bwMode="auto">
          <a:xfrm>
            <a:off x="1718310" y="4991100"/>
            <a:ext cx="3571876" cy="5410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82296" tIns="41148" rIns="82296" bIns="41148"/>
          <a:lstStyle>
            <a:lvl1pPr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defRPr/>
            </a:pPr>
            <a:endParaRPr kumimoji="0" lang="vi-VN" altLang="en-VN" sz="288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5" name="Group 13">
            <a:extLst>
              <a:ext uri="{FF2B5EF4-FFF2-40B4-BE49-F238E27FC236}">
                <a16:creationId xmlns:a16="http://schemas.microsoft.com/office/drawing/2014/main" id="{4CCB0068-A5CE-FD72-1193-7E777FD3AD34}"/>
              </a:ext>
            </a:extLst>
          </p:cNvPr>
          <p:cNvGrpSpPr>
            <a:grpSpLocks/>
          </p:cNvGrpSpPr>
          <p:nvPr/>
        </p:nvGrpSpPr>
        <p:grpSpPr bwMode="auto">
          <a:xfrm>
            <a:off x="9387935" y="605792"/>
            <a:ext cx="887730" cy="649604"/>
            <a:chOff x="0" y="0"/>
            <a:chExt cx="1973903" cy="1444552"/>
          </a:xfrm>
        </p:grpSpPr>
        <p:sp>
          <p:nvSpPr>
            <p:cNvPr id="9" name="Freeform 14">
              <a:extLst>
                <a:ext uri="{FF2B5EF4-FFF2-40B4-BE49-F238E27FC236}">
                  <a16:creationId xmlns:a16="http://schemas.microsoft.com/office/drawing/2014/main" id="{BC7C249E-0FF7-0393-7066-FEA1B0F38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50" y="0"/>
              <a:ext cx="1882153" cy="1444552"/>
            </a:xfrm>
            <a:custGeom>
              <a:avLst/>
              <a:gdLst>
                <a:gd name="T0" fmla="*/ 0 w 1882153"/>
                <a:gd name="T1" fmla="*/ 0 h 1444552"/>
                <a:gd name="T2" fmla="*/ 1882152 w 1882153"/>
                <a:gd name="T3" fmla="*/ 0 h 1444552"/>
                <a:gd name="T4" fmla="*/ 1882152 w 1882153"/>
                <a:gd name="T5" fmla="*/ 1444552 h 1444552"/>
                <a:gd name="T6" fmla="*/ 0 w 1882153"/>
                <a:gd name="T7" fmla="*/ 1444552 h 1444552"/>
                <a:gd name="T8" fmla="*/ 0 w 1882153"/>
                <a:gd name="T9" fmla="*/ 0 h 14445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82153" h="1444552">
                  <a:moveTo>
                    <a:pt x="0" y="0"/>
                  </a:moveTo>
                  <a:lnTo>
                    <a:pt x="1882152" y="0"/>
                  </a:lnTo>
                  <a:lnTo>
                    <a:pt x="1882152" y="1444552"/>
                  </a:lnTo>
                  <a:lnTo>
                    <a:pt x="0" y="1444552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8">
                <a:alphaModFix amt="66000"/>
              </a:blip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 sz="2160"/>
            </a:p>
          </p:txBody>
        </p:sp>
        <p:sp>
          <p:nvSpPr>
            <p:cNvPr id="10" name="TextBox 15">
              <a:extLst>
                <a:ext uri="{FF2B5EF4-FFF2-40B4-BE49-F238E27FC236}">
                  <a16:creationId xmlns:a16="http://schemas.microsoft.com/office/drawing/2014/main" id="{FB6CBF9C-419B-B7B4-27C4-CE5987F701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60977"/>
              <a:ext cx="1702809" cy="1162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3990"/>
                </a:lnSpc>
              </a:pPr>
              <a:endParaRPr kumimoji="1" lang="en-US" altLang="en-VN" sz="4080" b="1">
                <a:solidFill>
                  <a:srgbClr val="004AAD"/>
                </a:solidFill>
                <a:latin typeface="Playpen Sans Bold" pitchFamily="2" charset="0"/>
                <a:ea typeface="黑体" panose="02010609060101010101" pitchFamily="49" charset="-122"/>
                <a:sym typeface="Playpen Sans Bold" pitchFamily="2" charset="0"/>
              </a:endParaRP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133BFF-C568-556C-F42D-C8A2B47DB9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776060"/>
              </p:ext>
            </p:extLst>
          </p:nvPr>
        </p:nvGraphicFramePr>
        <p:xfrm>
          <a:off x="415651" y="605792"/>
          <a:ext cx="8302832" cy="5480368"/>
        </p:xfrm>
        <a:graphic>
          <a:graphicData uri="http://schemas.openxmlformats.org/drawingml/2006/table">
            <a:tbl>
              <a:tblPr/>
              <a:tblGrid>
                <a:gridCol w="484261">
                  <a:extLst>
                    <a:ext uri="{9D8B030D-6E8A-4147-A177-3AD203B41FA5}">
                      <a16:colId xmlns:a16="http://schemas.microsoft.com/office/drawing/2014/main" val="503688307"/>
                    </a:ext>
                  </a:extLst>
                </a:gridCol>
                <a:gridCol w="1865679">
                  <a:extLst>
                    <a:ext uri="{9D8B030D-6E8A-4147-A177-3AD203B41FA5}">
                      <a16:colId xmlns:a16="http://schemas.microsoft.com/office/drawing/2014/main" val="3020949800"/>
                    </a:ext>
                  </a:extLst>
                </a:gridCol>
                <a:gridCol w="1055772">
                  <a:extLst>
                    <a:ext uri="{9D8B030D-6E8A-4147-A177-3AD203B41FA5}">
                      <a16:colId xmlns:a16="http://schemas.microsoft.com/office/drawing/2014/main" val="3140163064"/>
                    </a:ext>
                  </a:extLst>
                </a:gridCol>
                <a:gridCol w="2082619">
                  <a:extLst>
                    <a:ext uri="{9D8B030D-6E8A-4147-A177-3AD203B41FA5}">
                      <a16:colId xmlns:a16="http://schemas.microsoft.com/office/drawing/2014/main" val="668202741"/>
                    </a:ext>
                  </a:extLst>
                </a:gridCol>
                <a:gridCol w="2814501">
                  <a:extLst>
                    <a:ext uri="{9D8B030D-6E8A-4147-A177-3AD203B41FA5}">
                      <a16:colId xmlns:a16="http://schemas.microsoft.com/office/drawing/2014/main" val="1813363741"/>
                    </a:ext>
                  </a:extLst>
                </a:gridCol>
              </a:tblGrid>
              <a:tr h="238429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STT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Chữ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Hán</a:t>
                      </a:r>
                      <a:endParaRPr lang="en-US" sz="1800" b="1" dirty="0">
                        <a:solidFill>
                          <a:srgbClr val="0000FF"/>
                        </a:solidFill>
                        <a:effectLst/>
                        <a:latin typeface="NSimSun" panose="02010609030101010101" pitchFamily="49" charset="-122"/>
                        <a:ea typeface="NSimSun" panose="02010609030101010101" pitchFamily="49" charset="-122"/>
                      </a:endParaRP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词性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Pinyin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Nghĩa</a:t>
                      </a: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tiếng</a:t>
                      </a:r>
                      <a:r>
                        <a:rPr lang="en-US" sz="18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Việt</a:t>
                      </a:r>
                      <a:endParaRPr lang="en-US" sz="1800" b="1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269108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r>
                        <a:rPr lang="en-VN" sz="1800" dirty="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1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葡萄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名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pútao</a:t>
                      </a:r>
                      <a:endParaRPr lang="en-US" sz="1800" dirty="0">
                        <a:solidFill>
                          <a:srgbClr val="0000FF"/>
                        </a:solidFill>
                        <a:effectLst/>
                        <a:latin typeface="NSimSun" panose="02010609030101010101" pitchFamily="49" charset="-122"/>
                        <a:ea typeface="NSimSun" panose="02010609030101010101" pitchFamily="49" charset="-122"/>
                      </a:endParaRP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nho</a:t>
                      </a:r>
                      <a:endParaRPr lang="en-US" sz="18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863496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r>
                        <a:rPr lang="en-VN" sz="1800" dirty="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2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样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名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yàng</a:t>
                      </a:r>
                      <a:endParaRPr lang="en-US" sz="1800" dirty="0">
                        <a:solidFill>
                          <a:srgbClr val="0000FF"/>
                        </a:solidFill>
                        <a:effectLst/>
                        <a:latin typeface="NSimSun" panose="02010609030101010101" pitchFamily="49" charset="-122"/>
                        <a:ea typeface="NSimSun" panose="02010609030101010101" pitchFamily="49" charset="-122"/>
                      </a:endParaRP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dạng</a:t>
                      </a: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kiểu</a:t>
                      </a:r>
                      <a:endParaRPr lang="en-US" sz="18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749181"/>
                  </a:ext>
                </a:extLst>
              </a:tr>
              <a:tr h="417252">
                <a:tc>
                  <a:txBody>
                    <a:bodyPr/>
                    <a:lstStyle/>
                    <a:p>
                      <a:r>
                        <a:rPr lang="en-VN" sz="1800" dirty="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3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找（钱）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动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zhǎo</a:t>
                      </a:r>
                      <a:r>
                        <a:rPr lang="en-US" sz="1800" dirty="0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 (</a:t>
                      </a:r>
                      <a:r>
                        <a:rPr lang="en-US" sz="1800" dirty="0" err="1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qián</a:t>
                      </a:r>
                      <a:r>
                        <a:rPr lang="en-US" sz="1800" dirty="0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)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trả</a:t>
                      </a: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lại</a:t>
                      </a: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tiền</a:t>
                      </a: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thối</a:t>
                      </a: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tiền</a:t>
                      </a: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255115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r>
                        <a:rPr lang="en-VN" sz="1800" dirty="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4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猪肉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名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zhūròu</a:t>
                      </a:r>
                      <a:endParaRPr lang="en-US" sz="1800" dirty="0">
                        <a:solidFill>
                          <a:srgbClr val="0000FF"/>
                        </a:solidFill>
                        <a:effectLst/>
                        <a:latin typeface="NSimSun" panose="02010609030101010101" pitchFamily="49" charset="-122"/>
                        <a:ea typeface="NSimSun" panose="02010609030101010101" pitchFamily="49" charset="-122"/>
                      </a:endParaRP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thịt</a:t>
                      </a: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heo</a:t>
                      </a:r>
                      <a:endParaRPr lang="en-US" sz="18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437130"/>
                  </a:ext>
                </a:extLst>
              </a:tr>
              <a:tr h="417252">
                <a:tc>
                  <a:txBody>
                    <a:bodyPr/>
                    <a:lstStyle/>
                    <a:p>
                      <a:r>
                        <a:rPr lang="en-VN" sz="1800" dirty="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5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称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动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chēng</a:t>
                      </a:r>
                      <a:endParaRPr lang="en-US" sz="1800" dirty="0">
                        <a:solidFill>
                          <a:srgbClr val="0000FF"/>
                        </a:solidFill>
                        <a:effectLst/>
                        <a:latin typeface="NSimSun" panose="02010609030101010101" pitchFamily="49" charset="-122"/>
                        <a:ea typeface="NSimSun" panose="02010609030101010101" pitchFamily="49" charset="-122"/>
                      </a:endParaRP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cân</a:t>
                      </a: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tác</a:t>
                      </a: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cân</a:t>
                      </a: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hàng</a:t>
                      </a: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hóa</a:t>
                      </a: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950825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r>
                        <a:rPr lang="en-VN" sz="1800" dirty="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6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牛肉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名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níuròu</a:t>
                      </a:r>
                      <a:endParaRPr lang="en-US" sz="1800" dirty="0">
                        <a:solidFill>
                          <a:srgbClr val="0000FF"/>
                        </a:solidFill>
                        <a:effectLst/>
                        <a:latin typeface="NSimSun" panose="02010609030101010101" pitchFamily="49" charset="-122"/>
                        <a:ea typeface="NSimSun" panose="02010609030101010101" pitchFamily="49" charset="-122"/>
                      </a:endParaRP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thịt</a:t>
                      </a: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bò</a:t>
                      </a:r>
                      <a:endParaRPr lang="en-US" sz="18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05019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r>
                        <a:rPr lang="en-VN" sz="1800" dirty="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7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说法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名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shuōfǎ</a:t>
                      </a:r>
                      <a:endParaRPr lang="en-US" sz="1800" dirty="0">
                        <a:solidFill>
                          <a:srgbClr val="0000FF"/>
                        </a:solidFill>
                        <a:effectLst/>
                        <a:latin typeface="NSimSun" panose="02010609030101010101" pitchFamily="49" charset="-122"/>
                        <a:ea typeface="NSimSun" panose="02010609030101010101" pitchFamily="49" charset="-122"/>
                      </a:endParaRP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cách</a:t>
                      </a: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nói</a:t>
                      </a:r>
                      <a:endParaRPr lang="en-US" sz="18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023792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r>
                        <a:rPr lang="en-VN" sz="1800" dirty="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8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比如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介 </a:t>
                      </a:r>
                      <a:r>
                        <a:rPr lang="en-US" altLang="zh-CN" sz="180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/ </a:t>
                      </a:r>
                      <a:r>
                        <a:rPr lang="zh-CN" altLang="en-US" sz="180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连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bǐrú</a:t>
                      </a:r>
                      <a:endParaRPr lang="en-US" sz="1800" dirty="0">
                        <a:solidFill>
                          <a:srgbClr val="0000FF"/>
                        </a:solidFill>
                        <a:effectLst/>
                        <a:latin typeface="NSimSun" panose="02010609030101010101" pitchFamily="49" charset="-122"/>
                        <a:ea typeface="NSimSun" panose="02010609030101010101" pitchFamily="49" charset="-122"/>
                      </a:endParaRP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ví dụ như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04664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r>
                        <a:rPr lang="en-VN" sz="1800" dirty="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9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价格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名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jiàgé</a:t>
                      </a:r>
                      <a:endParaRPr lang="en-US" sz="1800" dirty="0">
                        <a:solidFill>
                          <a:srgbClr val="0000FF"/>
                        </a:solidFill>
                        <a:effectLst/>
                        <a:latin typeface="NSimSun" panose="02010609030101010101" pitchFamily="49" charset="-122"/>
                        <a:ea typeface="NSimSun" panose="02010609030101010101" pitchFamily="49" charset="-122"/>
                      </a:endParaRP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cả</a:t>
                      </a:r>
                      <a:endParaRPr lang="en-US" sz="18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778055"/>
                  </a:ext>
                </a:extLst>
              </a:tr>
              <a:tr h="417252">
                <a:tc>
                  <a:txBody>
                    <a:bodyPr/>
                    <a:lstStyle/>
                    <a:p>
                      <a:r>
                        <a:rPr lang="en-VN" sz="1800" dirty="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10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而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连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ér</a:t>
                      </a:r>
                      <a:endParaRPr lang="en-US" sz="1800" dirty="0">
                        <a:solidFill>
                          <a:srgbClr val="0000FF"/>
                        </a:solidFill>
                        <a:effectLst/>
                        <a:latin typeface="NSimSun" panose="02010609030101010101" pitchFamily="49" charset="-122"/>
                        <a:ea typeface="NSimSun" panose="02010609030101010101" pitchFamily="49" charset="-122"/>
                      </a:endParaRP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nhưng, mà (liên kết tương phản)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097413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r>
                        <a:rPr lang="en-VN" sz="1800" dirty="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11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农贸市场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名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nóngmào</a:t>
                      </a:r>
                      <a:r>
                        <a:rPr lang="en-US" sz="1800" dirty="0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shìchǎng</a:t>
                      </a:r>
                      <a:endParaRPr lang="en-US" sz="1800" dirty="0">
                        <a:solidFill>
                          <a:srgbClr val="0000FF"/>
                        </a:solidFill>
                        <a:effectLst/>
                        <a:latin typeface="NSimSun" panose="02010609030101010101" pitchFamily="49" charset="-122"/>
                        <a:ea typeface="NSimSun" panose="02010609030101010101" pitchFamily="49" charset="-122"/>
                      </a:endParaRP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chợ</a:t>
                      </a: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nông</a:t>
                      </a: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sản</a:t>
                      </a:r>
                      <a:endParaRPr lang="en-US" sz="18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738302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r>
                        <a:rPr lang="en-VN" sz="1800" dirty="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12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蔬菜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名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shūcài</a:t>
                      </a:r>
                      <a:endParaRPr lang="en-US" sz="1800" dirty="0">
                        <a:solidFill>
                          <a:srgbClr val="0000FF"/>
                        </a:solidFill>
                        <a:effectLst/>
                        <a:latin typeface="NSimSun" panose="02010609030101010101" pitchFamily="49" charset="-122"/>
                        <a:ea typeface="NSimSun" panose="02010609030101010101" pitchFamily="49" charset="-122"/>
                      </a:endParaRP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rau</a:t>
                      </a: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củ</a:t>
                      </a:r>
                      <a:endParaRPr lang="en-US" sz="18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129206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r>
                        <a:rPr lang="en-VN" sz="1800" dirty="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13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够</a:t>
                      </a:r>
                      <a:r>
                        <a:rPr lang="en-US" altLang="zh-CN" sz="180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……</a:t>
                      </a:r>
                      <a:r>
                        <a:rPr lang="zh-CN" altLang="en-US" sz="180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的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副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gòu</a:t>
                      </a:r>
                      <a:r>
                        <a:rPr lang="en-US" sz="1800" dirty="0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…de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đủ</a:t>
                      </a: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… (</a:t>
                      </a:r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mức</a:t>
                      </a: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lang="en-US" sz="18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NSimSun" panose="02010609030101010101" pitchFamily="49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91393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r>
                        <a:rPr lang="en-VN" sz="1800" dirty="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14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秤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名</a:t>
                      </a: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FF"/>
                          </a:solidFill>
                          <a:effectLst/>
                          <a:latin typeface="NSimSun" panose="02010609030101010101" pitchFamily="49" charset="-122"/>
                          <a:ea typeface="NSimSun" panose="02010609030101010101" pitchFamily="49" charset="-122"/>
                        </a:rPr>
                        <a:t>chèng</a:t>
                      </a:r>
                      <a:endParaRPr lang="en-US" sz="1800" dirty="0">
                        <a:solidFill>
                          <a:srgbClr val="0000FF"/>
                        </a:solidFill>
                        <a:effectLst/>
                        <a:latin typeface="NSimSun" panose="02010609030101010101" pitchFamily="49" charset="-122"/>
                        <a:ea typeface="NSimSun" panose="02010609030101010101" pitchFamily="49" charset="-122"/>
                      </a:endParaRPr>
                    </a:p>
                  </a:txBody>
                  <a:tcPr marL="59607" marR="59607" marT="29804" marB="2980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cái</a:t>
                      </a:r>
                      <a:r>
                        <a:rPr lang="en-US" sz="2000" b="0" i="0" kern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i="0" kern="1200" dirty="0" err="1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cân</a:t>
                      </a:r>
                      <a:endParaRPr lang="en-US" sz="2000" b="0" i="0" kern="12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9607" marR="59607" marT="29804" marB="29804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04200159"/>
                  </a:ext>
                </a:extLst>
              </a:tr>
            </a:tbl>
          </a:graphicData>
        </a:graphic>
      </p:graphicFrame>
      <p:pic>
        <p:nvPicPr>
          <p:cNvPr id="11" name="9-1.mp3">
            <a:hlinkClick r:id="" action="ppaction://media"/>
            <a:extLst>
              <a:ext uri="{FF2B5EF4-FFF2-40B4-BE49-F238E27FC236}">
                <a16:creationId xmlns:a16="http://schemas.microsoft.com/office/drawing/2014/main" id="{2EF9EB85-A416-4A36-4CEA-34A707F0D2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0022702" y="1621311"/>
            <a:ext cx="812800" cy="812800"/>
          </a:xfrm>
          <a:prstGeom prst="rect">
            <a:avLst/>
          </a:prstGeom>
          <a:solidFill>
            <a:schemeClr val="accent2"/>
          </a:solidFill>
        </p:spPr>
      </p:pic>
    </p:spTree>
    <p:extLst>
      <p:ext uri="{BB962C8B-B14F-4D97-AF65-F5344CB8AC3E}">
        <p14:creationId xmlns:p14="http://schemas.microsoft.com/office/powerpoint/2010/main" val="1187532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304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1" name="Group 2">
            <a:extLst>
              <a:ext uri="{FF2B5EF4-FFF2-40B4-BE49-F238E27FC236}">
                <a16:creationId xmlns:a16="http://schemas.microsoft.com/office/drawing/2014/main" id="{199FB602-7CA2-A648-DE0D-0525320587C3}"/>
              </a:ext>
            </a:extLst>
          </p:cNvPr>
          <p:cNvGrpSpPr>
            <a:grpSpLocks/>
          </p:cNvGrpSpPr>
          <p:nvPr/>
        </p:nvGrpSpPr>
        <p:grpSpPr bwMode="auto">
          <a:xfrm>
            <a:off x="653416" y="299086"/>
            <a:ext cx="10928984" cy="6216014"/>
            <a:chOff x="0" y="0"/>
            <a:chExt cx="24287621" cy="1381278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3F0427D-4F3E-A1DC-124F-07B17F27D99D}"/>
                </a:ext>
              </a:extLst>
            </p:cNvPr>
            <p:cNvSpPr/>
            <p:nvPr/>
          </p:nvSpPr>
          <p:spPr>
            <a:xfrm>
              <a:off x="0" y="0"/>
              <a:ext cx="12180973" cy="13812786"/>
            </a:xfrm>
            <a:custGeom>
              <a:avLst/>
              <a:gdLst/>
              <a:ahLst/>
              <a:cxnLst/>
              <a:rect l="l" t="t" r="r" b="b"/>
              <a:pathLst>
                <a:path w="12180973" h="13812786">
                  <a:moveTo>
                    <a:pt x="0" y="0"/>
                  </a:moveTo>
                  <a:lnTo>
                    <a:pt x="12180973" y="0"/>
                  </a:lnTo>
                  <a:lnTo>
                    <a:pt x="12180973" y="13812786"/>
                  </a:lnTo>
                  <a:lnTo>
                    <a:pt x="0" y="1381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7850"/>
              </a:blip>
              <a:stretch>
                <a:fillRect l="-13396"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4F6E5C0-23C5-9CE4-9EEF-2964FC28F084}"/>
                </a:ext>
              </a:extLst>
            </p:cNvPr>
            <p:cNvSpPr/>
            <p:nvPr/>
          </p:nvSpPr>
          <p:spPr>
            <a:xfrm>
              <a:off x="12180973" y="0"/>
              <a:ext cx="12106648" cy="13812786"/>
            </a:xfrm>
            <a:custGeom>
              <a:avLst/>
              <a:gdLst/>
              <a:ahLst/>
              <a:cxnLst/>
              <a:rect l="l" t="t" r="r" b="b"/>
              <a:pathLst>
                <a:path w="12106648" h="13812786">
                  <a:moveTo>
                    <a:pt x="0" y="0"/>
                  </a:moveTo>
                  <a:lnTo>
                    <a:pt x="12106648" y="0"/>
                  </a:lnTo>
                  <a:lnTo>
                    <a:pt x="12106648" y="13812786"/>
                  </a:lnTo>
                  <a:lnTo>
                    <a:pt x="0" y="1381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7850"/>
              </a:blip>
              <a:stretch>
                <a:fillRect r="-14092"/>
              </a:stretch>
            </a:blipFill>
          </p:spPr>
        </p:sp>
      </p:grpSp>
      <p:grpSp>
        <p:nvGrpSpPr>
          <p:cNvPr id="15362" name="Group 5">
            <a:extLst>
              <a:ext uri="{FF2B5EF4-FFF2-40B4-BE49-F238E27FC236}">
                <a16:creationId xmlns:a16="http://schemas.microsoft.com/office/drawing/2014/main" id="{F0481D9F-85C8-FFEB-EC68-3EDED127D35D}"/>
              </a:ext>
            </a:extLst>
          </p:cNvPr>
          <p:cNvGrpSpPr>
            <a:grpSpLocks/>
          </p:cNvGrpSpPr>
          <p:nvPr/>
        </p:nvGrpSpPr>
        <p:grpSpPr bwMode="auto">
          <a:xfrm>
            <a:off x="1203960" y="5888356"/>
            <a:ext cx="9850756" cy="899160"/>
            <a:chOff x="0" y="0"/>
            <a:chExt cx="31776939" cy="49472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BE7DD73-FC4E-E149-4221-36CDD2B9DE6B}"/>
                </a:ext>
              </a:extLst>
            </p:cNvPr>
            <p:cNvSpPr/>
            <p:nvPr/>
          </p:nvSpPr>
          <p:spPr>
            <a:xfrm>
              <a:off x="0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1" y="0"/>
                  </a:lnTo>
                  <a:lnTo>
                    <a:pt x="10427561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013151B-7B31-5A78-FFAA-F1C52AACFB77}"/>
                </a:ext>
              </a:extLst>
            </p:cNvPr>
            <p:cNvSpPr/>
            <p:nvPr/>
          </p:nvSpPr>
          <p:spPr>
            <a:xfrm>
              <a:off x="10674689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1" y="0"/>
                  </a:lnTo>
                  <a:lnTo>
                    <a:pt x="10427561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E395E60-77E7-A04F-1E77-2ADE6FC5F7B1}"/>
                </a:ext>
              </a:extLst>
            </p:cNvPr>
            <p:cNvSpPr/>
            <p:nvPr/>
          </p:nvSpPr>
          <p:spPr>
            <a:xfrm>
              <a:off x="21349377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2" y="0"/>
                  </a:lnTo>
                  <a:lnTo>
                    <a:pt x="10427562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</p:grpSp>
      <p:grpSp>
        <p:nvGrpSpPr>
          <p:cNvPr id="15363" name="Group 10">
            <a:extLst>
              <a:ext uri="{FF2B5EF4-FFF2-40B4-BE49-F238E27FC236}">
                <a16:creationId xmlns:a16="http://schemas.microsoft.com/office/drawing/2014/main" id="{519140A6-9029-46F0-B08B-82D07D0D31DB}"/>
              </a:ext>
            </a:extLst>
          </p:cNvPr>
          <p:cNvGrpSpPr>
            <a:grpSpLocks/>
          </p:cNvGrpSpPr>
          <p:nvPr/>
        </p:nvGrpSpPr>
        <p:grpSpPr bwMode="auto">
          <a:xfrm>
            <a:off x="0" y="137160"/>
            <a:ext cx="12100956" cy="6650356"/>
            <a:chOff x="0" y="0"/>
            <a:chExt cx="21640800" cy="11363027"/>
          </a:xfrm>
        </p:grpSpPr>
        <p:sp>
          <p:nvSpPr>
            <p:cNvPr id="15370" name="Freeform 11">
              <a:extLst>
                <a:ext uri="{FF2B5EF4-FFF2-40B4-BE49-F238E27FC236}">
                  <a16:creationId xmlns:a16="http://schemas.microsoft.com/office/drawing/2014/main" id="{37F6DADE-8E1C-BA24-0853-FA829A882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9097524" cy="11363027"/>
            </a:xfrm>
            <a:custGeom>
              <a:avLst/>
              <a:gdLst>
                <a:gd name="T0" fmla="*/ 0 w 19097524"/>
                <a:gd name="T1" fmla="*/ 0 h 11363027"/>
                <a:gd name="T2" fmla="*/ 19097524 w 19097524"/>
                <a:gd name="T3" fmla="*/ 0 h 11363027"/>
                <a:gd name="T4" fmla="*/ 19097524 w 19097524"/>
                <a:gd name="T5" fmla="*/ 11363027 h 11363027"/>
                <a:gd name="T6" fmla="*/ 0 w 19097524"/>
                <a:gd name="T7" fmla="*/ 11363027 h 11363027"/>
                <a:gd name="T8" fmla="*/ 0 w 19097524"/>
                <a:gd name="T9" fmla="*/ 0 h 113630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097524" h="11363027">
                  <a:moveTo>
                    <a:pt x="0" y="0"/>
                  </a:moveTo>
                  <a:lnTo>
                    <a:pt x="19097524" y="0"/>
                  </a:lnTo>
                  <a:lnTo>
                    <a:pt x="19097524" y="11363027"/>
                  </a:lnTo>
                  <a:lnTo>
                    <a:pt x="0" y="11363027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7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 sz="2160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A82205C-62BE-5BF7-AA60-3BF909FA96A5}"/>
                </a:ext>
              </a:extLst>
            </p:cNvPr>
            <p:cNvSpPr/>
            <p:nvPr/>
          </p:nvSpPr>
          <p:spPr>
            <a:xfrm>
              <a:off x="8264080" y="0"/>
              <a:ext cx="13376720" cy="11363027"/>
            </a:xfrm>
            <a:custGeom>
              <a:avLst/>
              <a:gdLst/>
              <a:ahLst/>
              <a:cxnLst/>
              <a:rect l="l" t="t" r="r" b="b"/>
              <a:pathLst>
                <a:path w="13376720" h="11363027">
                  <a:moveTo>
                    <a:pt x="0" y="0"/>
                  </a:moveTo>
                  <a:lnTo>
                    <a:pt x="13376720" y="0"/>
                  </a:lnTo>
                  <a:lnTo>
                    <a:pt x="13376720" y="11363027"/>
                  </a:lnTo>
                  <a:lnTo>
                    <a:pt x="0" y="113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766"/>
              </a:stretch>
            </a:blipFill>
          </p:spPr>
        </p:sp>
      </p:grpSp>
      <p:grpSp>
        <p:nvGrpSpPr>
          <p:cNvPr id="15364" name="Group 13">
            <a:extLst>
              <a:ext uri="{FF2B5EF4-FFF2-40B4-BE49-F238E27FC236}">
                <a16:creationId xmlns:a16="http://schemas.microsoft.com/office/drawing/2014/main" id="{267E742A-C09D-82FD-C3AC-339722A0B41E}"/>
              </a:ext>
            </a:extLst>
          </p:cNvPr>
          <p:cNvGrpSpPr>
            <a:grpSpLocks/>
          </p:cNvGrpSpPr>
          <p:nvPr/>
        </p:nvGrpSpPr>
        <p:grpSpPr bwMode="auto">
          <a:xfrm>
            <a:off x="447698" y="664846"/>
            <a:ext cx="887730" cy="649604"/>
            <a:chOff x="0" y="0"/>
            <a:chExt cx="1973903" cy="1444552"/>
          </a:xfrm>
        </p:grpSpPr>
        <p:sp>
          <p:nvSpPr>
            <p:cNvPr id="15368" name="Freeform 14">
              <a:extLst>
                <a:ext uri="{FF2B5EF4-FFF2-40B4-BE49-F238E27FC236}">
                  <a16:creationId xmlns:a16="http://schemas.microsoft.com/office/drawing/2014/main" id="{6CE144B1-4030-F730-62CC-88490B8B0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50" y="0"/>
              <a:ext cx="1882153" cy="1444552"/>
            </a:xfrm>
            <a:custGeom>
              <a:avLst/>
              <a:gdLst>
                <a:gd name="T0" fmla="*/ 0 w 1882153"/>
                <a:gd name="T1" fmla="*/ 0 h 1444552"/>
                <a:gd name="T2" fmla="*/ 1882152 w 1882153"/>
                <a:gd name="T3" fmla="*/ 0 h 1444552"/>
                <a:gd name="T4" fmla="*/ 1882152 w 1882153"/>
                <a:gd name="T5" fmla="*/ 1444552 h 1444552"/>
                <a:gd name="T6" fmla="*/ 0 w 1882153"/>
                <a:gd name="T7" fmla="*/ 1444552 h 1444552"/>
                <a:gd name="T8" fmla="*/ 0 w 1882153"/>
                <a:gd name="T9" fmla="*/ 0 h 14445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82153" h="1444552">
                  <a:moveTo>
                    <a:pt x="0" y="0"/>
                  </a:moveTo>
                  <a:lnTo>
                    <a:pt x="1882152" y="0"/>
                  </a:lnTo>
                  <a:lnTo>
                    <a:pt x="1882152" y="1444552"/>
                  </a:lnTo>
                  <a:lnTo>
                    <a:pt x="0" y="1444552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8">
                <a:alphaModFix amt="66000"/>
              </a:blip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 sz="2160"/>
            </a:p>
          </p:txBody>
        </p:sp>
        <p:sp>
          <p:nvSpPr>
            <p:cNvPr id="15369" name="TextBox 15">
              <a:extLst>
                <a:ext uri="{FF2B5EF4-FFF2-40B4-BE49-F238E27FC236}">
                  <a16:creationId xmlns:a16="http://schemas.microsoft.com/office/drawing/2014/main" id="{DEF0BC27-2F11-981E-8A28-AE27744C5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60977"/>
              <a:ext cx="1702809" cy="1162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3990"/>
                </a:lnSpc>
              </a:pPr>
              <a:endParaRPr kumimoji="1" lang="en-US" altLang="en-VN" sz="4080" b="1">
                <a:solidFill>
                  <a:srgbClr val="004AAD"/>
                </a:solidFill>
                <a:latin typeface="Playpen Sans Bold" pitchFamily="2" charset="0"/>
                <a:ea typeface="黑体" panose="02010609060101010101" pitchFamily="49" charset="-122"/>
                <a:sym typeface="Playpen Sans Bold" pitchFamily="2" charset="0"/>
              </a:endParaRP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22BDC091-F05B-522A-83FF-DC1F426F937F}"/>
              </a:ext>
            </a:extLst>
          </p:cNvPr>
          <p:cNvSpPr/>
          <p:nvPr/>
        </p:nvSpPr>
        <p:spPr>
          <a:xfrm>
            <a:off x="2286000" y="520066"/>
            <a:ext cx="8025766" cy="5734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>
            <a:lvl1pPr marL="17145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07000"/>
              </a:lnSpc>
              <a:defRPr/>
            </a:pPr>
            <a:endParaRPr lang="vi-VN" altLang="en-VN" sz="288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78F1A2-0540-A746-75A9-E58BC9F1A808}"/>
              </a:ext>
            </a:extLst>
          </p:cNvPr>
          <p:cNvSpPr/>
          <p:nvPr/>
        </p:nvSpPr>
        <p:spPr bwMode="auto">
          <a:xfrm>
            <a:off x="1718310" y="4991100"/>
            <a:ext cx="3571876" cy="5410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82296" tIns="41148" rIns="82296" bIns="41148"/>
          <a:lstStyle>
            <a:lvl1pPr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defRPr/>
            </a:pPr>
            <a:endParaRPr kumimoji="0" lang="vi-VN" altLang="en-VN" sz="288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96C839-AAE9-8DB5-6819-7C385753C8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2315" y="1314450"/>
            <a:ext cx="10133855" cy="4573906"/>
          </a:xfrm>
          <a:prstGeom prst="rect">
            <a:avLst/>
          </a:prstGeom>
        </p:spPr>
      </p:pic>
      <p:pic>
        <p:nvPicPr>
          <p:cNvPr id="5" name="9-3.mp3">
            <a:hlinkClick r:id="" action="ppaction://media"/>
            <a:extLst>
              <a:ext uri="{FF2B5EF4-FFF2-40B4-BE49-F238E27FC236}">
                <a16:creationId xmlns:a16="http://schemas.microsoft.com/office/drawing/2014/main" id="{1AC30104-4A40-EF0A-096C-C0658D7FAB3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0701323" y="853671"/>
            <a:ext cx="812800" cy="812800"/>
          </a:xfrm>
          <a:prstGeom prst="rect">
            <a:avLst/>
          </a:prstGeom>
          <a:solidFill>
            <a:schemeClr val="accent2"/>
          </a:solidFill>
        </p:spPr>
      </p:pic>
    </p:spTree>
    <p:extLst>
      <p:ext uri="{BB962C8B-B14F-4D97-AF65-F5344CB8AC3E}">
        <p14:creationId xmlns:p14="http://schemas.microsoft.com/office/powerpoint/2010/main" val="402158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72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1" name="Group 2">
            <a:extLst>
              <a:ext uri="{FF2B5EF4-FFF2-40B4-BE49-F238E27FC236}">
                <a16:creationId xmlns:a16="http://schemas.microsoft.com/office/drawing/2014/main" id="{199FB602-7CA2-A648-DE0D-0525320587C3}"/>
              </a:ext>
            </a:extLst>
          </p:cNvPr>
          <p:cNvGrpSpPr>
            <a:grpSpLocks/>
          </p:cNvGrpSpPr>
          <p:nvPr/>
        </p:nvGrpSpPr>
        <p:grpSpPr bwMode="auto">
          <a:xfrm>
            <a:off x="653416" y="299086"/>
            <a:ext cx="10928984" cy="6216014"/>
            <a:chOff x="0" y="0"/>
            <a:chExt cx="24287621" cy="1381278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3F0427D-4F3E-A1DC-124F-07B17F27D99D}"/>
                </a:ext>
              </a:extLst>
            </p:cNvPr>
            <p:cNvSpPr/>
            <p:nvPr/>
          </p:nvSpPr>
          <p:spPr>
            <a:xfrm>
              <a:off x="0" y="0"/>
              <a:ext cx="12180973" cy="13812786"/>
            </a:xfrm>
            <a:custGeom>
              <a:avLst/>
              <a:gdLst/>
              <a:ahLst/>
              <a:cxnLst/>
              <a:rect l="l" t="t" r="r" b="b"/>
              <a:pathLst>
                <a:path w="12180973" h="13812786">
                  <a:moveTo>
                    <a:pt x="0" y="0"/>
                  </a:moveTo>
                  <a:lnTo>
                    <a:pt x="12180973" y="0"/>
                  </a:lnTo>
                  <a:lnTo>
                    <a:pt x="12180973" y="13812786"/>
                  </a:lnTo>
                  <a:lnTo>
                    <a:pt x="0" y="1381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7850"/>
              </a:blip>
              <a:stretch>
                <a:fillRect l="-13396"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4F6E5C0-23C5-9CE4-9EEF-2964FC28F084}"/>
                </a:ext>
              </a:extLst>
            </p:cNvPr>
            <p:cNvSpPr/>
            <p:nvPr/>
          </p:nvSpPr>
          <p:spPr>
            <a:xfrm>
              <a:off x="12180973" y="0"/>
              <a:ext cx="12106648" cy="13812786"/>
            </a:xfrm>
            <a:custGeom>
              <a:avLst/>
              <a:gdLst/>
              <a:ahLst/>
              <a:cxnLst/>
              <a:rect l="l" t="t" r="r" b="b"/>
              <a:pathLst>
                <a:path w="12106648" h="13812786">
                  <a:moveTo>
                    <a:pt x="0" y="0"/>
                  </a:moveTo>
                  <a:lnTo>
                    <a:pt x="12106648" y="0"/>
                  </a:lnTo>
                  <a:lnTo>
                    <a:pt x="12106648" y="13812786"/>
                  </a:lnTo>
                  <a:lnTo>
                    <a:pt x="0" y="1381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7850"/>
              </a:blip>
              <a:stretch>
                <a:fillRect r="-14092"/>
              </a:stretch>
            </a:blipFill>
          </p:spPr>
        </p:sp>
      </p:grpSp>
      <p:grpSp>
        <p:nvGrpSpPr>
          <p:cNvPr id="15362" name="Group 5">
            <a:extLst>
              <a:ext uri="{FF2B5EF4-FFF2-40B4-BE49-F238E27FC236}">
                <a16:creationId xmlns:a16="http://schemas.microsoft.com/office/drawing/2014/main" id="{F0481D9F-85C8-FFEB-EC68-3EDED127D35D}"/>
              </a:ext>
            </a:extLst>
          </p:cNvPr>
          <p:cNvGrpSpPr>
            <a:grpSpLocks/>
          </p:cNvGrpSpPr>
          <p:nvPr/>
        </p:nvGrpSpPr>
        <p:grpSpPr bwMode="auto">
          <a:xfrm>
            <a:off x="1203960" y="5888356"/>
            <a:ext cx="9850756" cy="899160"/>
            <a:chOff x="0" y="0"/>
            <a:chExt cx="31776939" cy="49472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BE7DD73-FC4E-E149-4221-36CDD2B9DE6B}"/>
                </a:ext>
              </a:extLst>
            </p:cNvPr>
            <p:cNvSpPr/>
            <p:nvPr/>
          </p:nvSpPr>
          <p:spPr>
            <a:xfrm>
              <a:off x="0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1" y="0"/>
                  </a:lnTo>
                  <a:lnTo>
                    <a:pt x="10427561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013151B-7B31-5A78-FFAA-F1C52AACFB77}"/>
                </a:ext>
              </a:extLst>
            </p:cNvPr>
            <p:cNvSpPr/>
            <p:nvPr/>
          </p:nvSpPr>
          <p:spPr>
            <a:xfrm>
              <a:off x="10674689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1" y="0"/>
                  </a:lnTo>
                  <a:lnTo>
                    <a:pt x="10427561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E395E60-77E7-A04F-1E77-2ADE6FC5F7B1}"/>
                </a:ext>
              </a:extLst>
            </p:cNvPr>
            <p:cNvSpPr/>
            <p:nvPr/>
          </p:nvSpPr>
          <p:spPr>
            <a:xfrm>
              <a:off x="21349377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2" y="0"/>
                  </a:lnTo>
                  <a:lnTo>
                    <a:pt x="10427562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</p:grpSp>
      <p:grpSp>
        <p:nvGrpSpPr>
          <p:cNvPr id="15363" name="Group 10">
            <a:extLst>
              <a:ext uri="{FF2B5EF4-FFF2-40B4-BE49-F238E27FC236}">
                <a16:creationId xmlns:a16="http://schemas.microsoft.com/office/drawing/2014/main" id="{519140A6-9029-46F0-B08B-82D07D0D31DB}"/>
              </a:ext>
            </a:extLst>
          </p:cNvPr>
          <p:cNvGrpSpPr>
            <a:grpSpLocks/>
          </p:cNvGrpSpPr>
          <p:nvPr/>
        </p:nvGrpSpPr>
        <p:grpSpPr bwMode="auto">
          <a:xfrm>
            <a:off x="0" y="137160"/>
            <a:ext cx="12100956" cy="6650356"/>
            <a:chOff x="0" y="0"/>
            <a:chExt cx="21640800" cy="11363027"/>
          </a:xfrm>
        </p:grpSpPr>
        <p:sp>
          <p:nvSpPr>
            <p:cNvPr id="15370" name="Freeform 11">
              <a:extLst>
                <a:ext uri="{FF2B5EF4-FFF2-40B4-BE49-F238E27FC236}">
                  <a16:creationId xmlns:a16="http://schemas.microsoft.com/office/drawing/2014/main" id="{37F6DADE-8E1C-BA24-0853-FA829A882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9097524" cy="11363027"/>
            </a:xfrm>
            <a:custGeom>
              <a:avLst/>
              <a:gdLst>
                <a:gd name="T0" fmla="*/ 0 w 19097524"/>
                <a:gd name="T1" fmla="*/ 0 h 11363027"/>
                <a:gd name="T2" fmla="*/ 19097524 w 19097524"/>
                <a:gd name="T3" fmla="*/ 0 h 11363027"/>
                <a:gd name="T4" fmla="*/ 19097524 w 19097524"/>
                <a:gd name="T5" fmla="*/ 11363027 h 11363027"/>
                <a:gd name="T6" fmla="*/ 0 w 19097524"/>
                <a:gd name="T7" fmla="*/ 11363027 h 11363027"/>
                <a:gd name="T8" fmla="*/ 0 w 19097524"/>
                <a:gd name="T9" fmla="*/ 0 h 113630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097524" h="11363027">
                  <a:moveTo>
                    <a:pt x="0" y="0"/>
                  </a:moveTo>
                  <a:lnTo>
                    <a:pt x="19097524" y="0"/>
                  </a:lnTo>
                  <a:lnTo>
                    <a:pt x="19097524" y="11363027"/>
                  </a:lnTo>
                  <a:lnTo>
                    <a:pt x="0" y="11363027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7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 sz="2160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A82205C-62BE-5BF7-AA60-3BF909FA96A5}"/>
                </a:ext>
              </a:extLst>
            </p:cNvPr>
            <p:cNvSpPr/>
            <p:nvPr/>
          </p:nvSpPr>
          <p:spPr>
            <a:xfrm>
              <a:off x="8264080" y="0"/>
              <a:ext cx="13376720" cy="11363027"/>
            </a:xfrm>
            <a:custGeom>
              <a:avLst/>
              <a:gdLst/>
              <a:ahLst/>
              <a:cxnLst/>
              <a:rect l="l" t="t" r="r" b="b"/>
              <a:pathLst>
                <a:path w="13376720" h="11363027">
                  <a:moveTo>
                    <a:pt x="0" y="0"/>
                  </a:moveTo>
                  <a:lnTo>
                    <a:pt x="13376720" y="0"/>
                  </a:lnTo>
                  <a:lnTo>
                    <a:pt x="13376720" y="11363027"/>
                  </a:lnTo>
                  <a:lnTo>
                    <a:pt x="0" y="113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766"/>
              </a:stretch>
            </a:blipFill>
          </p:spPr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22BDC091-F05B-522A-83FF-DC1F426F937F}"/>
              </a:ext>
            </a:extLst>
          </p:cNvPr>
          <p:cNvSpPr/>
          <p:nvPr/>
        </p:nvSpPr>
        <p:spPr>
          <a:xfrm>
            <a:off x="2286000" y="520066"/>
            <a:ext cx="8025766" cy="5734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>
            <a:lvl1pPr marL="17145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07000"/>
              </a:lnSpc>
              <a:defRPr/>
            </a:pPr>
            <a:endParaRPr lang="vi-VN" altLang="en-VN" sz="288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78F1A2-0540-A746-75A9-E58BC9F1A808}"/>
              </a:ext>
            </a:extLst>
          </p:cNvPr>
          <p:cNvSpPr/>
          <p:nvPr/>
        </p:nvSpPr>
        <p:spPr bwMode="auto">
          <a:xfrm>
            <a:off x="1718310" y="4991100"/>
            <a:ext cx="3571876" cy="5410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82296" tIns="41148" rIns="82296" bIns="41148"/>
          <a:lstStyle>
            <a:lvl1pPr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defRPr/>
            </a:pPr>
            <a:endParaRPr kumimoji="0" lang="vi-VN" altLang="en-VN" sz="288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516DFA-0E74-34B9-67E0-3CC8A2DB3D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8037" y="520066"/>
            <a:ext cx="9700003" cy="5817868"/>
          </a:xfrm>
          <a:prstGeom prst="rect">
            <a:avLst/>
          </a:prstGeom>
        </p:spPr>
      </p:pic>
      <p:grpSp>
        <p:nvGrpSpPr>
          <p:cNvPr id="5" name="Group 13">
            <a:extLst>
              <a:ext uri="{FF2B5EF4-FFF2-40B4-BE49-F238E27FC236}">
                <a16:creationId xmlns:a16="http://schemas.microsoft.com/office/drawing/2014/main" id="{3DEDFCBB-0BEA-FD8B-5603-CBE4783D1CC0}"/>
              </a:ext>
            </a:extLst>
          </p:cNvPr>
          <p:cNvGrpSpPr>
            <a:grpSpLocks/>
          </p:cNvGrpSpPr>
          <p:nvPr/>
        </p:nvGrpSpPr>
        <p:grpSpPr bwMode="auto">
          <a:xfrm>
            <a:off x="522227" y="768668"/>
            <a:ext cx="887730" cy="649604"/>
            <a:chOff x="0" y="0"/>
            <a:chExt cx="1973903" cy="1444552"/>
          </a:xfrm>
        </p:grpSpPr>
        <p:sp>
          <p:nvSpPr>
            <p:cNvPr id="9" name="Freeform 14">
              <a:extLst>
                <a:ext uri="{FF2B5EF4-FFF2-40B4-BE49-F238E27FC236}">
                  <a16:creationId xmlns:a16="http://schemas.microsoft.com/office/drawing/2014/main" id="{D6266778-1616-243A-06ED-9148E7A6FE88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50" y="0"/>
              <a:ext cx="1882153" cy="1444552"/>
            </a:xfrm>
            <a:custGeom>
              <a:avLst/>
              <a:gdLst>
                <a:gd name="T0" fmla="*/ 0 w 1882153"/>
                <a:gd name="T1" fmla="*/ 0 h 1444552"/>
                <a:gd name="T2" fmla="*/ 1882152 w 1882153"/>
                <a:gd name="T3" fmla="*/ 0 h 1444552"/>
                <a:gd name="T4" fmla="*/ 1882152 w 1882153"/>
                <a:gd name="T5" fmla="*/ 1444552 h 1444552"/>
                <a:gd name="T6" fmla="*/ 0 w 1882153"/>
                <a:gd name="T7" fmla="*/ 1444552 h 1444552"/>
                <a:gd name="T8" fmla="*/ 0 w 1882153"/>
                <a:gd name="T9" fmla="*/ 0 h 14445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82153" h="1444552">
                  <a:moveTo>
                    <a:pt x="0" y="0"/>
                  </a:moveTo>
                  <a:lnTo>
                    <a:pt x="1882152" y="0"/>
                  </a:lnTo>
                  <a:lnTo>
                    <a:pt x="1882152" y="1444552"/>
                  </a:lnTo>
                  <a:lnTo>
                    <a:pt x="0" y="1444552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9">
                <a:alphaModFix amt="66000"/>
              </a:blip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 sz="2160"/>
            </a:p>
          </p:txBody>
        </p:sp>
        <p:sp>
          <p:nvSpPr>
            <p:cNvPr id="10" name="TextBox 15">
              <a:extLst>
                <a:ext uri="{FF2B5EF4-FFF2-40B4-BE49-F238E27FC236}">
                  <a16:creationId xmlns:a16="http://schemas.microsoft.com/office/drawing/2014/main" id="{1272DD58-A6B1-002B-07B9-6FE90D2992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60977"/>
              <a:ext cx="1702809" cy="1162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3990"/>
                </a:lnSpc>
              </a:pPr>
              <a:endParaRPr kumimoji="1" lang="en-US" altLang="en-VN" sz="4080" b="1">
                <a:solidFill>
                  <a:srgbClr val="004AAD"/>
                </a:solidFill>
                <a:latin typeface="Playpen Sans Bold" pitchFamily="2" charset="0"/>
                <a:ea typeface="黑体" panose="02010609060101010101" pitchFamily="49" charset="-122"/>
                <a:sym typeface="Playpen Sans Bold" pitchFamily="2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55E7E62-F873-E8F7-B396-36A4ADBDF865}"/>
              </a:ext>
            </a:extLst>
          </p:cNvPr>
          <p:cNvSpPr txBox="1"/>
          <p:nvPr/>
        </p:nvSpPr>
        <p:spPr>
          <a:xfrm>
            <a:off x="1921215" y="2367381"/>
            <a:ext cx="4459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1.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苹果怎么卖呀？（</a:t>
            </a:r>
            <a:r>
              <a:rPr lang="en-US" sz="2400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B）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CC74ED-A96F-94FF-64B3-2958F071654B}"/>
              </a:ext>
            </a:extLst>
          </p:cNvPr>
          <p:cNvSpPr txBox="1"/>
          <p:nvPr/>
        </p:nvSpPr>
        <p:spPr>
          <a:xfrm>
            <a:off x="1966142" y="4079140"/>
            <a:ext cx="50129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2. </a:t>
            </a:r>
            <a:r>
              <a:rPr lang="zh-CN" altLang="en-US" sz="2400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香蕉和葡萄一样来一斤。（</a:t>
            </a:r>
            <a:r>
              <a:rPr lang="en-US" sz="2400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A）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A3C9C6-CFE2-8E8B-380D-9FFAECC9E170}"/>
              </a:ext>
            </a:extLst>
          </p:cNvPr>
          <p:cNvSpPr txBox="1"/>
          <p:nvPr/>
        </p:nvSpPr>
        <p:spPr>
          <a:xfrm>
            <a:off x="6998000" y="2256355"/>
            <a:ext cx="6097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3.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您这是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100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块，找您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5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块。（</a:t>
            </a:r>
            <a:r>
              <a:rPr lang="en-US" sz="2400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A）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82B74C-8CB7-FDC3-7556-A354C96BA884}"/>
              </a:ext>
            </a:extLst>
          </p:cNvPr>
          <p:cNvSpPr txBox="1"/>
          <p:nvPr/>
        </p:nvSpPr>
        <p:spPr>
          <a:xfrm>
            <a:off x="7037146" y="4316843"/>
            <a:ext cx="6549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4.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您的钱正好。（</a:t>
            </a:r>
            <a:r>
              <a:rPr lang="en-US" sz="2400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A）</a:t>
            </a:r>
          </a:p>
        </p:txBody>
      </p:sp>
      <p:pic>
        <p:nvPicPr>
          <p:cNvPr id="11" name="9-4.mp3">
            <a:hlinkClick r:id="" action="ppaction://media"/>
            <a:extLst>
              <a:ext uri="{FF2B5EF4-FFF2-40B4-BE49-F238E27FC236}">
                <a16:creationId xmlns:a16="http://schemas.microsoft.com/office/drawing/2014/main" id="{C99E8C4B-4D8E-57B0-E900-B07042A33B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352488" y="775653"/>
            <a:ext cx="812800" cy="812800"/>
          </a:xfrm>
          <a:prstGeom prst="rect">
            <a:avLst/>
          </a:prstGeom>
          <a:solidFill>
            <a:schemeClr val="accent2"/>
          </a:solidFill>
        </p:spPr>
      </p:pic>
    </p:spTree>
    <p:extLst>
      <p:ext uri="{BB962C8B-B14F-4D97-AF65-F5344CB8AC3E}">
        <p14:creationId xmlns:p14="http://schemas.microsoft.com/office/powerpoint/2010/main" val="1401434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45374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  <p:bldLst>
      <p:bldP spid="13" grpId="0"/>
      <p:bldP spid="15" grpId="0"/>
      <p:bldP spid="17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1" name="Group 2">
            <a:extLst>
              <a:ext uri="{FF2B5EF4-FFF2-40B4-BE49-F238E27FC236}">
                <a16:creationId xmlns:a16="http://schemas.microsoft.com/office/drawing/2014/main" id="{199FB602-7CA2-A648-DE0D-0525320587C3}"/>
              </a:ext>
            </a:extLst>
          </p:cNvPr>
          <p:cNvGrpSpPr>
            <a:grpSpLocks/>
          </p:cNvGrpSpPr>
          <p:nvPr/>
        </p:nvGrpSpPr>
        <p:grpSpPr bwMode="auto">
          <a:xfrm>
            <a:off x="653416" y="299086"/>
            <a:ext cx="10928984" cy="6216014"/>
            <a:chOff x="0" y="0"/>
            <a:chExt cx="24287621" cy="1381278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3F0427D-4F3E-A1DC-124F-07B17F27D99D}"/>
                </a:ext>
              </a:extLst>
            </p:cNvPr>
            <p:cNvSpPr/>
            <p:nvPr/>
          </p:nvSpPr>
          <p:spPr>
            <a:xfrm>
              <a:off x="0" y="0"/>
              <a:ext cx="12180973" cy="13812786"/>
            </a:xfrm>
            <a:custGeom>
              <a:avLst/>
              <a:gdLst/>
              <a:ahLst/>
              <a:cxnLst/>
              <a:rect l="l" t="t" r="r" b="b"/>
              <a:pathLst>
                <a:path w="12180973" h="13812786">
                  <a:moveTo>
                    <a:pt x="0" y="0"/>
                  </a:moveTo>
                  <a:lnTo>
                    <a:pt x="12180973" y="0"/>
                  </a:lnTo>
                  <a:lnTo>
                    <a:pt x="12180973" y="13812786"/>
                  </a:lnTo>
                  <a:lnTo>
                    <a:pt x="0" y="1381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7850"/>
              </a:blip>
              <a:stretch>
                <a:fillRect l="-13396"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4F6E5C0-23C5-9CE4-9EEF-2964FC28F084}"/>
                </a:ext>
              </a:extLst>
            </p:cNvPr>
            <p:cNvSpPr/>
            <p:nvPr/>
          </p:nvSpPr>
          <p:spPr>
            <a:xfrm>
              <a:off x="12180973" y="0"/>
              <a:ext cx="12106648" cy="13812786"/>
            </a:xfrm>
            <a:custGeom>
              <a:avLst/>
              <a:gdLst/>
              <a:ahLst/>
              <a:cxnLst/>
              <a:rect l="l" t="t" r="r" b="b"/>
              <a:pathLst>
                <a:path w="12106648" h="13812786">
                  <a:moveTo>
                    <a:pt x="0" y="0"/>
                  </a:moveTo>
                  <a:lnTo>
                    <a:pt x="12106648" y="0"/>
                  </a:lnTo>
                  <a:lnTo>
                    <a:pt x="12106648" y="13812786"/>
                  </a:lnTo>
                  <a:lnTo>
                    <a:pt x="0" y="1381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7850"/>
              </a:blip>
              <a:stretch>
                <a:fillRect r="-14092"/>
              </a:stretch>
            </a:blipFill>
          </p:spPr>
        </p:sp>
      </p:grpSp>
      <p:grpSp>
        <p:nvGrpSpPr>
          <p:cNvPr id="15362" name="Group 5">
            <a:extLst>
              <a:ext uri="{FF2B5EF4-FFF2-40B4-BE49-F238E27FC236}">
                <a16:creationId xmlns:a16="http://schemas.microsoft.com/office/drawing/2014/main" id="{F0481D9F-85C8-FFEB-EC68-3EDED127D35D}"/>
              </a:ext>
            </a:extLst>
          </p:cNvPr>
          <p:cNvGrpSpPr>
            <a:grpSpLocks/>
          </p:cNvGrpSpPr>
          <p:nvPr/>
        </p:nvGrpSpPr>
        <p:grpSpPr bwMode="auto">
          <a:xfrm>
            <a:off x="1203960" y="5888356"/>
            <a:ext cx="9850756" cy="899160"/>
            <a:chOff x="0" y="0"/>
            <a:chExt cx="31776939" cy="49472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BE7DD73-FC4E-E149-4221-36CDD2B9DE6B}"/>
                </a:ext>
              </a:extLst>
            </p:cNvPr>
            <p:cNvSpPr/>
            <p:nvPr/>
          </p:nvSpPr>
          <p:spPr>
            <a:xfrm>
              <a:off x="0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1" y="0"/>
                  </a:lnTo>
                  <a:lnTo>
                    <a:pt x="10427561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013151B-7B31-5A78-FFAA-F1C52AACFB77}"/>
                </a:ext>
              </a:extLst>
            </p:cNvPr>
            <p:cNvSpPr/>
            <p:nvPr/>
          </p:nvSpPr>
          <p:spPr>
            <a:xfrm>
              <a:off x="10674689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1" y="0"/>
                  </a:lnTo>
                  <a:lnTo>
                    <a:pt x="10427561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E395E60-77E7-A04F-1E77-2ADE6FC5F7B1}"/>
                </a:ext>
              </a:extLst>
            </p:cNvPr>
            <p:cNvSpPr/>
            <p:nvPr/>
          </p:nvSpPr>
          <p:spPr>
            <a:xfrm>
              <a:off x="21349377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2" y="0"/>
                  </a:lnTo>
                  <a:lnTo>
                    <a:pt x="10427562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</p:grpSp>
      <p:grpSp>
        <p:nvGrpSpPr>
          <p:cNvPr id="15363" name="Group 10">
            <a:extLst>
              <a:ext uri="{FF2B5EF4-FFF2-40B4-BE49-F238E27FC236}">
                <a16:creationId xmlns:a16="http://schemas.microsoft.com/office/drawing/2014/main" id="{519140A6-9029-46F0-B08B-82D07D0D31DB}"/>
              </a:ext>
            </a:extLst>
          </p:cNvPr>
          <p:cNvGrpSpPr>
            <a:grpSpLocks/>
          </p:cNvGrpSpPr>
          <p:nvPr/>
        </p:nvGrpSpPr>
        <p:grpSpPr bwMode="auto">
          <a:xfrm>
            <a:off x="273133" y="137160"/>
            <a:ext cx="12100956" cy="6650356"/>
            <a:chOff x="0" y="0"/>
            <a:chExt cx="21640800" cy="11363027"/>
          </a:xfrm>
        </p:grpSpPr>
        <p:sp>
          <p:nvSpPr>
            <p:cNvPr id="15370" name="Freeform 11">
              <a:extLst>
                <a:ext uri="{FF2B5EF4-FFF2-40B4-BE49-F238E27FC236}">
                  <a16:creationId xmlns:a16="http://schemas.microsoft.com/office/drawing/2014/main" id="{37F6DADE-8E1C-BA24-0853-FA829A882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9097524" cy="11363027"/>
            </a:xfrm>
            <a:custGeom>
              <a:avLst/>
              <a:gdLst>
                <a:gd name="T0" fmla="*/ 0 w 19097524"/>
                <a:gd name="T1" fmla="*/ 0 h 11363027"/>
                <a:gd name="T2" fmla="*/ 19097524 w 19097524"/>
                <a:gd name="T3" fmla="*/ 0 h 11363027"/>
                <a:gd name="T4" fmla="*/ 19097524 w 19097524"/>
                <a:gd name="T5" fmla="*/ 11363027 h 11363027"/>
                <a:gd name="T6" fmla="*/ 0 w 19097524"/>
                <a:gd name="T7" fmla="*/ 11363027 h 11363027"/>
                <a:gd name="T8" fmla="*/ 0 w 19097524"/>
                <a:gd name="T9" fmla="*/ 0 h 113630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097524" h="11363027">
                  <a:moveTo>
                    <a:pt x="0" y="0"/>
                  </a:moveTo>
                  <a:lnTo>
                    <a:pt x="19097524" y="0"/>
                  </a:lnTo>
                  <a:lnTo>
                    <a:pt x="19097524" y="11363027"/>
                  </a:lnTo>
                  <a:lnTo>
                    <a:pt x="0" y="11363027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7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 sz="2160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A82205C-62BE-5BF7-AA60-3BF909FA96A5}"/>
                </a:ext>
              </a:extLst>
            </p:cNvPr>
            <p:cNvSpPr/>
            <p:nvPr/>
          </p:nvSpPr>
          <p:spPr>
            <a:xfrm>
              <a:off x="8264080" y="0"/>
              <a:ext cx="13376720" cy="11363027"/>
            </a:xfrm>
            <a:custGeom>
              <a:avLst/>
              <a:gdLst/>
              <a:ahLst/>
              <a:cxnLst/>
              <a:rect l="l" t="t" r="r" b="b"/>
              <a:pathLst>
                <a:path w="13376720" h="11363027">
                  <a:moveTo>
                    <a:pt x="0" y="0"/>
                  </a:moveTo>
                  <a:lnTo>
                    <a:pt x="13376720" y="0"/>
                  </a:lnTo>
                  <a:lnTo>
                    <a:pt x="13376720" y="11363027"/>
                  </a:lnTo>
                  <a:lnTo>
                    <a:pt x="0" y="113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766"/>
              </a:stretch>
            </a:blipFill>
          </p:spPr>
        </p:sp>
      </p:grpSp>
      <p:grpSp>
        <p:nvGrpSpPr>
          <p:cNvPr id="15364" name="Group 13">
            <a:extLst>
              <a:ext uri="{FF2B5EF4-FFF2-40B4-BE49-F238E27FC236}">
                <a16:creationId xmlns:a16="http://schemas.microsoft.com/office/drawing/2014/main" id="{267E742A-C09D-82FD-C3AC-339722A0B41E}"/>
              </a:ext>
            </a:extLst>
          </p:cNvPr>
          <p:cNvGrpSpPr>
            <a:grpSpLocks/>
          </p:cNvGrpSpPr>
          <p:nvPr/>
        </p:nvGrpSpPr>
        <p:grpSpPr bwMode="auto">
          <a:xfrm>
            <a:off x="1078231" y="931546"/>
            <a:ext cx="887730" cy="649604"/>
            <a:chOff x="0" y="0"/>
            <a:chExt cx="1973903" cy="1444552"/>
          </a:xfrm>
        </p:grpSpPr>
        <p:sp>
          <p:nvSpPr>
            <p:cNvPr id="15368" name="Freeform 14">
              <a:extLst>
                <a:ext uri="{FF2B5EF4-FFF2-40B4-BE49-F238E27FC236}">
                  <a16:creationId xmlns:a16="http://schemas.microsoft.com/office/drawing/2014/main" id="{6CE144B1-4030-F730-62CC-88490B8B0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50" y="0"/>
              <a:ext cx="1882153" cy="1444552"/>
            </a:xfrm>
            <a:custGeom>
              <a:avLst/>
              <a:gdLst>
                <a:gd name="T0" fmla="*/ 0 w 1882153"/>
                <a:gd name="T1" fmla="*/ 0 h 1444552"/>
                <a:gd name="T2" fmla="*/ 1882152 w 1882153"/>
                <a:gd name="T3" fmla="*/ 0 h 1444552"/>
                <a:gd name="T4" fmla="*/ 1882152 w 1882153"/>
                <a:gd name="T5" fmla="*/ 1444552 h 1444552"/>
                <a:gd name="T6" fmla="*/ 0 w 1882153"/>
                <a:gd name="T7" fmla="*/ 1444552 h 1444552"/>
                <a:gd name="T8" fmla="*/ 0 w 1882153"/>
                <a:gd name="T9" fmla="*/ 0 h 14445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82153" h="1444552">
                  <a:moveTo>
                    <a:pt x="0" y="0"/>
                  </a:moveTo>
                  <a:lnTo>
                    <a:pt x="1882152" y="0"/>
                  </a:lnTo>
                  <a:lnTo>
                    <a:pt x="1882152" y="1444552"/>
                  </a:lnTo>
                  <a:lnTo>
                    <a:pt x="0" y="1444552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8">
                <a:alphaModFix amt="66000"/>
              </a:blip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 sz="2160"/>
            </a:p>
          </p:txBody>
        </p:sp>
        <p:sp>
          <p:nvSpPr>
            <p:cNvPr id="15369" name="TextBox 15">
              <a:extLst>
                <a:ext uri="{FF2B5EF4-FFF2-40B4-BE49-F238E27FC236}">
                  <a16:creationId xmlns:a16="http://schemas.microsoft.com/office/drawing/2014/main" id="{DEF0BC27-2F11-981E-8A28-AE27744C5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60977"/>
              <a:ext cx="1702809" cy="1162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3990"/>
                </a:lnSpc>
              </a:pPr>
              <a:endParaRPr kumimoji="1" lang="en-US" altLang="en-VN" sz="4080" b="1">
                <a:solidFill>
                  <a:srgbClr val="004AAD"/>
                </a:solidFill>
                <a:latin typeface="Playpen Sans Bold" pitchFamily="2" charset="0"/>
                <a:ea typeface="黑体" panose="02010609060101010101" pitchFamily="49" charset="-122"/>
                <a:sym typeface="Playpen Sans Bold" pitchFamily="2" charset="0"/>
              </a:endParaRP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22BDC091-F05B-522A-83FF-DC1F426F937F}"/>
              </a:ext>
            </a:extLst>
          </p:cNvPr>
          <p:cNvSpPr/>
          <p:nvPr/>
        </p:nvSpPr>
        <p:spPr>
          <a:xfrm>
            <a:off x="2286000" y="520066"/>
            <a:ext cx="8025766" cy="5734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>
            <a:lvl1pPr marL="17145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07000"/>
              </a:lnSpc>
              <a:defRPr/>
            </a:pPr>
            <a:endParaRPr lang="vi-VN" altLang="en-VN" sz="288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78F1A2-0540-A746-75A9-E58BC9F1A808}"/>
              </a:ext>
            </a:extLst>
          </p:cNvPr>
          <p:cNvSpPr/>
          <p:nvPr/>
        </p:nvSpPr>
        <p:spPr bwMode="auto">
          <a:xfrm>
            <a:off x="1718310" y="4991100"/>
            <a:ext cx="3571876" cy="5410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82296" tIns="41148" rIns="82296" bIns="41148"/>
          <a:lstStyle>
            <a:lvl1pPr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defRPr/>
            </a:pPr>
            <a:endParaRPr kumimoji="0" lang="vi-VN" altLang="en-VN" sz="288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089882-F7C8-1EBB-E0FC-E67633A078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520066"/>
            <a:ext cx="9230158" cy="58178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E9C086-AC38-8CE8-8658-C0C797AD2E16}"/>
              </a:ext>
            </a:extLst>
          </p:cNvPr>
          <p:cNvSpPr txBox="1"/>
          <p:nvPr/>
        </p:nvSpPr>
        <p:spPr>
          <a:xfrm>
            <a:off x="6979074" y="1897521"/>
            <a:ext cx="618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1.</a:t>
            </a:r>
            <a:r>
              <a:rPr lang="zh-CN" altLang="en-US" sz="2000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苹果多少钱一斤？（</a:t>
            </a:r>
            <a:r>
              <a:rPr lang="en-US" sz="2000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A 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67C82B-A4B6-BE2E-A215-C78BEB341480}"/>
              </a:ext>
            </a:extLst>
          </p:cNvPr>
          <p:cNvSpPr txBox="1"/>
          <p:nvPr/>
        </p:nvSpPr>
        <p:spPr>
          <a:xfrm>
            <a:off x="7375075" y="2469201"/>
            <a:ext cx="65848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2.</a:t>
            </a:r>
            <a:r>
              <a:rPr lang="zh-CN" altLang="en-US" sz="2000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葡萄多少钱一斤？（</a:t>
            </a:r>
            <a:r>
              <a:rPr lang="en-US" sz="2000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B）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42DDF7-934C-6EBF-28D6-EBB0A8E7AF7E}"/>
              </a:ext>
            </a:extLst>
          </p:cNvPr>
          <p:cNvSpPr txBox="1"/>
          <p:nvPr/>
        </p:nvSpPr>
        <p:spPr>
          <a:xfrm>
            <a:off x="7588858" y="3079509"/>
            <a:ext cx="6982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3.</a:t>
            </a:r>
            <a:r>
              <a:rPr lang="zh-CN" altLang="en-US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苹果是山东的，葡萄呢？（</a:t>
            </a:r>
            <a:r>
              <a:rPr lang="en-US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A）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13DA68-5A5D-C51E-FCF3-ABBF501468E0}"/>
              </a:ext>
            </a:extLst>
          </p:cNvPr>
          <p:cNvSpPr txBox="1"/>
          <p:nvPr/>
        </p:nvSpPr>
        <p:spPr>
          <a:xfrm>
            <a:off x="3802535" y="4145379"/>
            <a:ext cx="1069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卖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A128C3-E482-D764-5568-8BE6AC92548A}"/>
              </a:ext>
            </a:extLst>
          </p:cNvPr>
          <p:cNvSpPr txBox="1"/>
          <p:nvPr/>
        </p:nvSpPr>
        <p:spPr>
          <a:xfrm>
            <a:off x="2836284" y="4718684"/>
            <a:ext cx="1069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哪儿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EBAEF2-0EDD-01BF-3E17-431ADE0A0AAF}"/>
              </a:ext>
            </a:extLst>
          </p:cNvPr>
          <p:cNvSpPr txBox="1"/>
          <p:nvPr/>
        </p:nvSpPr>
        <p:spPr>
          <a:xfrm>
            <a:off x="2365567" y="5302795"/>
            <a:ext cx="7937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样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2B192A-0483-17CC-F673-D526C04CED44}"/>
              </a:ext>
            </a:extLst>
          </p:cNvPr>
          <p:cNvSpPr txBox="1"/>
          <p:nvPr/>
        </p:nvSpPr>
        <p:spPr>
          <a:xfrm>
            <a:off x="1972915" y="5804536"/>
            <a:ext cx="8703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找</a:t>
            </a:r>
          </a:p>
        </p:txBody>
      </p:sp>
      <p:pic>
        <p:nvPicPr>
          <p:cNvPr id="5" name="9-5-1.mp3">
            <a:hlinkClick r:id="" action="ppaction://media"/>
            <a:extLst>
              <a:ext uri="{FF2B5EF4-FFF2-40B4-BE49-F238E27FC236}">
                <a16:creationId xmlns:a16="http://schemas.microsoft.com/office/drawing/2014/main" id="{D0B010C0-113F-497E-8A10-71ADB3428A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9719287" y="4178300"/>
            <a:ext cx="812800" cy="812800"/>
          </a:xfrm>
          <a:prstGeom prst="rect">
            <a:avLst/>
          </a:prstGeom>
          <a:solidFill>
            <a:schemeClr val="accent2"/>
          </a:solidFill>
        </p:spPr>
      </p:pic>
    </p:spTree>
    <p:extLst>
      <p:ext uri="{BB962C8B-B14F-4D97-AF65-F5344CB8AC3E}">
        <p14:creationId xmlns:p14="http://schemas.microsoft.com/office/powerpoint/2010/main" val="1515306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7" dur="6141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4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9" grpId="0"/>
      <p:bldP spid="11" grpId="0"/>
      <p:bldP spid="14" grpId="0"/>
      <p:bldP spid="19" grpId="0"/>
      <p:bldP spid="22" grpId="0"/>
      <p:bldP spid="24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1" name="Group 2">
            <a:extLst>
              <a:ext uri="{FF2B5EF4-FFF2-40B4-BE49-F238E27FC236}">
                <a16:creationId xmlns:a16="http://schemas.microsoft.com/office/drawing/2014/main" id="{199FB602-7CA2-A648-DE0D-0525320587C3}"/>
              </a:ext>
            </a:extLst>
          </p:cNvPr>
          <p:cNvGrpSpPr>
            <a:grpSpLocks/>
          </p:cNvGrpSpPr>
          <p:nvPr/>
        </p:nvGrpSpPr>
        <p:grpSpPr bwMode="auto">
          <a:xfrm>
            <a:off x="653416" y="299086"/>
            <a:ext cx="10928984" cy="6216014"/>
            <a:chOff x="0" y="0"/>
            <a:chExt cx="24287621" cy="1381278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3F0427D-4F3E-A1DC-124F-07B17F27D99D}"/>
                </a:ext>
              </a:extLst>
            </p:cNvPr>
            <p:cNvSpPr/>
            <p:nvPr/>
          </p:nvSpPr>
          <p:spPr>
            <a:xfrm>
              <a:off x="0" y="0"/>
              <a:ext cx="12180973" cy="13812786"/>
            </a:xfrm>
            <a:custGeom>
              <a:avLst/>
              <a:gdLst/>
              <a:ahLst/>
              <a:cxnLst/>
              <a:rect l="l" t="t" r="r" b="b"/>
              <a:pathLst>
                <a:path w="12180973" h="13812786">
                  <a:moveTo>
                    <a:pt x="0" y="0"/>
                  </a:moveTo>
                  <a:lnTo>
                    <a:pt x="12180973" y="0"/>
                  </a:lnTo>
                  <a:lnTo>
                    <a:pt x="12180973" y="13812786"/>
                  </a:lnTo>
                  <a:lnTo>
                    <a:pt x="0" y="1381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7850"/>
              </a:blip>
              <a:stretch>
                <a:fillRect l="-13396"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4F6E5C0-23C5-9CE4-9EEF-2964FC28F084}"/>
                </a:ext>
              </a:extLst>
            </p:cNvPr>
            <p:cNvSpPr/>
            <p:nvPr/>
          </p:nvSpPr>
          <p:spPr>
            <a:xfrm>
              <a:off x="12180973" y="0"/>
              <a:ext cx="12106648" cy="13812786"/>
            </a:xfrm>
            <a:custGeom>
              <a:avLst/>
              <a:gdLst/>
              <a:ahLst/>
              <a:cxnLst/>
              <a:rect l="l" t="t" r="r" b="b"/>
              <a:pathLst>
                <a:path w="12106648" h="13812786">
                  <a:moveTo>
                    <a:pt x="0" y="0"/>
                  </a:moveTo>
                  <a:lnTo>
                    <a:pt x="12106648" y="0"/>
                  </a:lnTo>
                  <a:lnTo>
                    <a:pt x="12106648" y="13812786"/>
                  </a:lnTo>
                  <a:lnTo>
                    <a:pt x="0" y="1381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7850"/>
              </a:blip>
              <a:stretch>
                <a:fillRect r="-14092"/>
              </a:stretch>
            </a:blipFill>
          </p:spPr>
        </p:sp>
      </p:grpSp>
      <p:grpSp>
        <p:nvGrpSpPr>
          <p:cNvPr id="15362" name="Group 5">
            <a:extLst>
              <a:ext uri="{FF2B5EF4-FFF2-40B4-BE49-F238E27FC236}">
                <a16:creationId xmlns:a16="http://schemas.microsoft.com/office/drawing/2014/main" id="{F0481D9F-85C8-FFEB-EC68-3EDED127D35D}"/>
              </a:ext>
            </a:extLst>
          </p:cNvPr>
          <p:cNvGrpSpPr>
            <a:grpSpLocks/>
          </p:cNvGrpSpPr>
          <p:nvPr/>
        </p:nvGrpSpPr>
        <p:grpSpPr bwMode="auto">
          <a:xfrm>
            <a:off x="1203960" y="5888356"/>
            <a:ext cx="9850756" cy="899160"/>
            <a:chOff x="0" y="0"/>
            <a:chExt cx="31776939" cy="49472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BE7DD73-FC4E-E149-4221-36CDD2B9DE6B}"/>
                </a:ext>
              </a:extLst>
            </p:cNvPr>
            <p:cNvSpPr/>
            <p:nvPr/>
          </p:nvSpPr>
          <p:spPr>
            <a:xfrm>
              <a:off x="0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1" y="0"/>
                  </a:lnTo>
                  <a:lnTo>
                    <a:pt x="10427561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013151B-7B31-5A78-FFAA-F1C52AACFB77}"/>
                </a:ext>
              </a:extLst>
            </p:cNvPr>
            <p:cNvSpPr/>
            <p:nvPr/>
          </p:nvSpPr>
          <p:spPr>
            <a:xfrm>
              <a:off x="10674689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1" y="0"/>
                  </a:lnTo>
                  <a:lnTo>
                    <a:pt x="10427561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E395E60-77E7-A04F-1E77-2ADE6FC5F7B1}"/>
                </a:ext>
              </a:extLst>
            </p:cNvPr>
            <p:cNvSpPr/>
            <p:nvPr/>
          </p:nvSpPr>
          <p:spPr>
            <a:xfrm>
              <a:off x="21349377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2" y="0"/>
                  </a:lnTo>
                  <a:lnTo>
                    <a:pt x="10427562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</p:grpSp>
      <p:grpSp>
        <p:nvGrpSpPr>
          <p:cNvPr id="15363" name="Group 10">
            <a:extLst>
              <a:ext uri="{FF2B5EF4-FFF2-40B4-BE49-F238E27FC236}">
                <a16:creationId xmlns:a16="http://schemas.microsoft.com/office/drawing/2014/main" id="{519140A6-9029-46F0-B08B-82D07D0D31DB}"/>
              </a:ext>
            </a:extLst>
          </p:cNvPr>
          <p:cNvGrpSpPr>
            <a:grpSpLocks/>
          </p:cNvGrpSpPr>
          <p:nvPr/>
        </p:nvGrpSpPr>
        <p:grpSpPr bwMode="auto">
          <a:xfrm>
            <a:off x="0" y="137160"/>
            <a:ext cx="12100956" cy="6650356"/>
            <a:chOff x="0" y="0"/>
            <a:chExt cx="21640800" cy="11363027"/>
          </a:xfrm>
        </p:grpSpPr>
        <p:sp>
          <p:nvSpPr>
            <p:cNvPr id="15370" name="Freeform 11">
              <a:extLst>
                <a:ext uri="{FF2B5EF4-FFF2-40B4-BE49-F238E27FC236}">
                  <a16:creationId xmlns:a16="http://schemas.microsoft.com/office/drawing/2014/main" id="{37F6DADE-8E1C-BA24-0853-FA829A882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9097524" cy="11363027"/>
            </a:xfrm>
            <a:custGeom>
              <a:avLst/>
              <a:gdLst>
                <a:gd name="T0" fmla="*/ 0 w 19097524"/>
                <a:gd name="T1" fmla="*/ 0 h 11363027"/>
                <a:gd name="T2" fmla="*/ 19097524 w 19097524"/>
                <a:gd name="T3" fmla="*/ 0 h 11363027"/>
                <a:gd name="T4" fmla="*/ 19097524 w 19097524"/>
                <a:gd name="T5" fmla="*/ 11363027 h 11363027"/>
                <a:gd name="T6" fmla="*/ 0 w 19097524"/>
                <a:gd name="T7" fmla="*/ 11363027 h 11363027"/>
                <a:gd name="T8" fmla="*/ 0 w 19097524"/>
                <a:gd name="T9" fmla="*/ 0 h 113630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097524" h="11363027">
                  <a:moveTo>
                    <a:pt x="0" y="0"/>
                  </a:moveTo>
                  <a:lnTo>
                    <a:pt x="19097524" y="0"/>
                  </a:lnTo>
                  <a:lnTo>
                    <a:pt x="19097524" y="11363027"/>
                  </a:lnTo>
                  <a:lnTo>
                    <a:pt x="0" y="11363027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7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 sz="2160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A82205C-62BE-5BF7-AA60-3BF909FA96A5}"/>
                </a:ext>
              </a:extLst>
            </p:cNvPr>
            <p:cNvSpPr/>
            <p:nvPr/>
          </p:nvSpPr>
          <p:spPr>
            <a:xfrm>
              <a:off x="8264080" y="0"/>
              <a:ext cx="13376720" cy="11363027"/>
            </a:xfrm>
            <a:custGeom>
              <a:avLst/>
              <a:gdLst/>
              <a:ahLst/>
              <a:cxnLst/>
              <a:rect l="l" t="t" r="r" b="b"/>
              <a:pathLst>
                <a:path w="13376720" h="11363027">
                  <a:moveTo>
                    <a:pt x="0" y="0"/>
                  </a:moveTo>
                  <a:lnTo>
                    <a:pt x="13376720" y="0"/>
                  </a:lnTo>
                  <a:lnTo>
                    <a:pt x="13376720" y="11363027"/>
                  </a:lnTo>
                  <a:lnTo>
                    <a:pt x="0" y="113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766"/>
              </a:stretch>
            </a:blipFill>
          </p:spPr>
        </p:sp>
      </p:grpSp>
      <p:grpSp>
        <p:nvGrpSpPr>
          <p:cNvPr id="15364" name="Group 13">
            <a:extLst>
              <a:ext uri="{FF2B5EF4-FFF2-40B4-BE49-F238E27FC236}">
                <a16:creationId xmlns:a16="http://schemas.microsoft.com/office/drawing/2014/main" id="{267E742A-C09D-82FD-C3AC-339722A0B41E}"/>
              </a:ext>
            </a:extLst>
          </p:cNvPr>
          <p:cNvGrpSpPr>
            <a:grpSpLocks/>
          </p:cNvGrpSpPr>
          <p:nvPr/>
        </p:nvGrpSpPr>
        <p:grpSpPr bwMode="auto">
          <a:xfrm>
            <a:off x="532654" y="520066"/>
            <a:ext cx="887730" cy="649604"/>
            <a:chOff x="0" y="0"/>
            <a:chExt cx="1973903" cy="1444552"/>
          </a:xfrm>
        </p:grpSpPr>
        <p:sp>
          <p:nvSpPr>
            <p:cNvPr id="15368" name="Freeform 14">
              <a:extLst>
                <a:ext uri="{FF2B5EF4-FFF2-40B4-BE49-F238E27FC236}">
                  <a16:creationId xmlns:a16="http://schemas.microsoft.com/office/drawing/2014/main" id="{6CE144B1-4030-F730-62CC-88490B8B0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50" y="0"/>
              <a:ext cx="1882153" cy="1444552"/>
            </a:xfrm>
            <a:custGeom>
              <a:avLst/>
              <a:gdLst>
                <a:gd name="T0" fmla="*/ 0 w 1882153"/>
                <a:gd name="T1" fmla="*/ 0 h 1444552"/>
                <a:gd name="T2" fmla="*/ 1882152 w 1882153"/>
                <a:gd name="T3" fmla="*/ 0 h 1444552"/>
                <a:gd name="T4" fmla="*/ 1882152 w 1882153"/>
                <a:gd name="T5" fmla="*/ 1444552 h 1444552"/>
                <a:gd name="T6" fmla="*/ 0 w 1882153"/>
                <a:gd name="T7" fmla="*/ 1444552 h 1444552"/>
                <a:gd name="T8" fmla="*/ 0 w 1882153"/>
                <a:gd name="T9" fmla="*/ 0 h 14445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82153" h="1444552">
                  <a:moveTo>
                    <a:pt x="0" y="0"/>
                  </a:moveTo>
                  <a:lnTo>
                    <a:pt x="1882152" y="0"/>
                  </a:lnTo>
                  <a:lnTo>
                    <a:pt x="1882152" y="1444552"/>
                  </a:lnTo>
                  <a:lnTo>
                    <a:pt x="0" y="1444552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8">
                <a:alphaModFix amt="66000"/>
              </a:blip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 sz="2160"/>
            </a:p>
          </p:txBody>
        </p:sp>
        <p:sp>
          <p:nvSpPr>
            <p:cNvPr id="15369" name="TextBox 15">
              <a:extLst>
                <a:ext uri="{FF2B5EF4-FFF2-40B4-BE49-F238E27FC236}">
                  <a16:creationId xmlns:a16="http://schemas.microsoft.com/office/drawing/2014/main" id="{DEF0BC27-2F11-981E-8A28-AE27744C5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60977"/>
              <a:ext cx="1702809" cy="1162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3990"/>
                </a:lnSpc>
              </a:pPr>
              <a:endParaRPr kumimoji="1" lang="en-US" altLang="en-VN" sz="4080" b="1">
                <a:solidFill>
                  <a:srgbClr val="004AAD"/>
                </a:solidFill>
                <a:latin typeface="Playpen Sans Bold" pitchFamily="2" charset="0"/>
                <a:ea typeface="黑体" panose="02010609060101010101" pitchFamily="49" charset="-122"/>
                <a:sym typeface="Playpen Sans Bold" pitchFamily="2" charset="0"/>
              </a:endParaRP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22BDC091-F05B-522A-83FF-DC1F426F937F}"/>
              </a:ext>
            </a:extLst>
          </p:cNvPr>
          <p:cNvSpPr/>
          <p:nvPr/>
        </p:nvSpPr>
        <p:spPr>
          <a:xfrm>
            <a:off x="2286000" y="520066"/>
            <a:ext cx="8025766" cy="5734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>
            <a:lvl1pPr marL="17145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07000"/>
              </a:lnSpc>
              <a:defRPr/>
            </a:pPr>
            <a:endParaRPr lang="vi-VN" altLang="en-VN" sz="288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78F1A2-0540-A746-75A9-E58BC9F1A808}"/>
              </a:ext>
            </a:extLst>
          </p:cNvPr>
          <p:cNvSpPr/>
          <p:nvPr/>
        </p:nvSpPr>
        <p:spPr bwMode="auto">
          <a:xfrm>
            <a:off x="1718310" y="4991100"/>
            <a:ext cx="3571876" cy="5410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82296" tIns="41148" rIns="82296" bIns="41148"/>
          <a:lstStyle>
            <a:lvl1pPr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defRPr/>
            </a:pPr>
            <a:endParaRPr kumimoji="0" lang="vi-VN" altLang="en-VN" sz="288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C93965-CA19-6D6C-9AF3-815B7214E687}"/>
              </a:ext>
            </a:extLst>
          </p:cNvPr>
          <p:cNvSpPr txBox="1"/>
          <p:nvPr/>
        </p:nvSpPr>
        <p:spPr>
          <a:xfrm>
            <a:off x="1483043" y="707738"/>
            <a:ext cx="938036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对话一 您这苹果怎么卖呀</a:t>
            </a:r>
          </a:p>
          <a:p>
            <a:r>
              <a:rPr lang="zh-CN" altLang="en-US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男：您这苹果怎么卖呀？</a:t>
            </a:r>
          </a:p>
          <a:p>
            <a:r>
              <a:rPr lang="zh-CN" altLang="en-US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女：</a:t>
            </a:r>
            <a:r>
              <a:rPr lang="en-US" altLang="zh-CN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6</a:t>
            </a:r>
            <a:r>
              <a:rPr lang="zh-CN" altLang="en-US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块一斤。</a:t>
            </a:r>
          </a:p>
          <a:p>
            <a:r>
              <a:rPr lang="zh-CN" altLang="en-US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男：是哪儿的呀？</a:t>
            </a:r>
          </a:p>
          <a:p>
            <a:r>
              <a:rPr lang="zh-CN" altLang="en-US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女：山东的。</a:t>
            </a:r>
          </a:p>
          <a:p>
            <a:r>
              <a:rPr lang="zh-CN" altLang="en-US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男：葡萄呢？</a:t>
            </a:r>
          </a:p>
          <a:p>
            <a:r>
              <a:rPr lang="zh-CN" altLang="en-US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女：</a:t>
            </a:r>
            <a:r>
              <a:rPr lang="en-US" altLang="zh-CN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4</a:t>
            </a:r>
            <a:r>
              <a:rPr lang="zh-CN" altLang="en-US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块</a:t>
            </a:r>
            <a:r>
              <a:rPr lang="en-US" altLang="zh-CN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8</a:t>
            </a:r>
            <a:r>
              <a:rPr lang="zh-CN" altLang="en-US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一斤，是新疆的。</a:t>
            </a:r>
          </a:p>
          <a:p>
            <a:r>
              <a:rPr lang="zh-CN" altLang="en-US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男：一样来两斤。一共多少钱？</a:t>
            </a:r>
          </a:p>
          <a:p>
            <a:r>
              <a:rPr lang="zh-CN" altLang="en-US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女：</a:t>
            </a:r>
            <a:r>
              <a:rPr lang="en-US" altLang="zh-CN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21</a:t>
            </a:r>
            <a:r>
              <a:rPr lang="zh-CN" altLang="en-US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块</a:t>
            </a:r>
            <a:r>
              <a:rPr lang="en-US" altLang="zh-CN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6</a:t>
            </a:r>
            <a:r>
              <a:rPr lang="zh-CN" altLang="en-US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。</a:t>
            </a:r>
          </a:p>
          <a:p>
            <a:r>
              <a:rPr lang="zh-CN" altLang="en-US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男：给您</a:t>
            </a:r>
            <a:r>
              <a:rPr lang="en-US" altLang="zh-CN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30</a:t>
            </a:r>
            <a:r>
              <a:rPr lang="zh-CN" altLang="en-US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块。</a:t>
            </a:r>
          </a:p>
          <a:p>
            <a:r>
              <a:rPr lang="zh-CN" altLang="en-US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女：找您</a:t>
            </a:r>
            <a:r>
              <a:rPr lang="en-US" altLang="zh-CN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8</a:t>
            </a:r>
            <a:r>
              <a:rPr lang="zh-CN" altLang="en-US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块</a:t>
            </a:r>
            <a:r>
              <a:rPr lang="en-US" altLang="zh-CN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4</a:t>
            </a:r>
            <a:r>
              <a:rPr lang="zh-CN" altLang="en-US" sz="32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。</a:t>
            </a:r>
          </a:p>
        </p:txBody>
      </p:sp>
      <p:pic>
        <p:nvPicPr>
          <p:cNvPr id="2" name="9-5-1.mp3">
            <a:hlinkClick r:id="" action="ppaction://media"/>
            <a:extLst>
              <a:ext uri="{FF2B5EF4-FFF2-40B4-BE49-F238E27FC236}">
                <a16:creationId xmlns:a16="http://schemas.microsoft.com/office/drawing/2014/main" id="{63B1EF30-4E16-05F3-5571-BF3BF5A3E0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9719287" y="4178300"/>
            <a:ext cx="812800" cy="812800"/>
          </a:xfrm>
          <a:prstGeom prst="rect">
            <a:avLst/>
          </a:prstGeom>
          <a:solidFill>
            <a:schemeClr val="accent2"/>
          </a:solidFill>
        </p:spPr>
      </p:pic>
    </p:spTree>
    <p:extLst>
      <p:ext uri="{BB962C8B-B14F-4D97-AF65-F5344CB8AC3E}">
        <p14:creationId xmlns:p14="http://schemas.microsoft.com/office/powerpoint/2010/main" val="3689248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41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1" name="Group 2">
            <a:extLst>
              <a:ext uri="{FF2B5EF4-FFF2-40B4-BE49-F238E27FC236}">
                <a16:creationId xmlns:a16="http://schemas.microsoft.com/office/drawing/2014/main" id="{199FB602-7CA2-A648-DE0D-0525320587C3}"/>
              </a:ext>
            </a:extLst>
          </p:cNvPr>
          <p:cNvGrpSpPr>
            <a:grpSpLocks/>
          </p:cNvGrpSpPr>
          <p:nvPr/>
        </p:nvGrpSpPr>
        <p:grpSpPr bwMode="auto">
          <a:xfrm>
            <a:off x="653416" y="299086"/>
            <a:ext cx="10928984" cy="6216014"/>
            <a:chOff x="0" y="0"/>
            <a:chExt cx="24287621" cy="1381278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3F0427D-4F3E-A1DC-124F-07B17F27D99D}"/>
                </a:ext>
              </a:extLst>
            </p:cNvPr>
            <p:cNvSpPr/>
            <p:nvPr/>
          </p:nvSpPr>
          <p:spPr>
            <a:xfrm>
              <a:off x="0" y="0"/>
              <a:ext cx="12180973" cy="13812786"/>
            </a:xfrm>
            <a:custGeom>
              <a:avLst/>
              <a:gdLst/>
              <a:ahLst/>
              <a:cxnLst/>
              <a:rect l="l" t="t" r="r" b="b"/>
              <a:pathLst>
                <a:path w="12180973" h="13812786">
                  <a:moveTo>
                    <a:pt x="0" y="0"/>
                  </a:moveTo>
                  <a:lnTo>
                    <a:pt x="12180973" y="0"/>
                  </a:lnTo>
                  <a:lnTo>
                    <a:pt x="12180973" y="13812786"/>
                  </a:lnTo>
                  <a:lnTo>
                    <a:pt x="0" y="1381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7850"/>
              </a:blip>
              <a:stretch>
                <a:fillRect l="-13396"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4F6E5C0-23C5-9CE4-9EEF-2964FC28F084}"/>
                </a:ext>
              </a:extLst>
            </p:cNvPr>
            <p:cNvSpPr/>
            <p:nvPr/>
          </p:nvSpPr>
          <p:spPr>
            <a:xfrm>
              <a:off x="12180973" y="0"/>
              <a:ext cx="12106648" cy="13812786"/>
            </a:xfrm>
            <a:custGeom>
              <a:avLst/>
              <a:gdLst/>
              <a:ahLst/>
              <a:cxnLst/>
              <a:rect l="l" t="t" r="r" b="b"/>
              <a:pathLst>
                <a:path w="12106648" h="13812786">
                  <a:moveTo>
                    <a:pt x="0" y="0"/>
                  </a:moveTo>
                  <a:lnTo>
                    <a:pt x="12106648" y="0"/>
                  </a:lnTo>
                  <a:lnTo>
                    <a:pt x="12106648" y="13812786"/>
                  </a:lnTo>
                  <a:lnTo>
                    <a:pt x="0" y="1381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7850"/>
              </a:blip>
              <a:stretch>
                <a:fillRect r="-14092"/>
              </a:stretch>
            </a:blipFill>
          </p:spPr>
        </p:sp>
      </p:grpSp>
      <p:grpSp>
        <p:nvGrpSpPr>
          <p:cNvPr id="15362" name="Group 5">
            <a:extLst>
              <a:ext uri="{FF2B5EF4-FFF2-40B4-BE49-F238E27FC236}">
                <a16:creationId xmlns:a16="http://schemas.microsoft.com/office/drawing/2014/main" id="{F0481D9F-85C8-FFEB-EC68-3EDED127D35D}"/>
              </a:ext>
            </a:extLst>
          </p:cNvPr>
          <p:cNvGrpSpPr>
            <a:grpSpLocks/>
          </p:cNvGrpSpPr>
          <p:nvPr/>
        </p:nvGrpSpPr>
        <p:grpSpPr bwMode="auto">
          <a:xfrm>
            <a:off x="1203960" y="5888356"/>
            <a:ext cx="9850756" cy="899160"/>
            <a:chOff x="0" y="0"/>
            <a:chExt cx="31776939" cy="49472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BE7DD73-FC4E-E149-4221-36CDD2B9DE6B}"/>
                </a:ext>
              </a:extLst>
            </p:cNvPr>
            <p:cNvSpPr/>
            <p:nvPr/>
          </p:nvSpPr>
          <p:spPr>
            <a:xfrm>
              <a:off x="0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1" y="0"/>
                  </a:lnTo>
                  <a:lnTo>
                    <a:pt x="10427561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013151B-7B31-5A78-FFAA-F1C52AACFB77}"/>
                </a:ext>
              </a:extLst>
            </p:cNvPr>
            <p:cNvSpPr/>
            <p:nvPr/>
          </p:nvSpPr>
          <p:spPr>
            <a:xfrm>
              <a:off x="10674689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1" y="0"/>
                  </a:lnTo>
                  <a:lnTo>
                    <a:pt x="10427561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E395E60-77E7-A04F-1E77-2ADE6FC5F7B1}"/>
                </a:ext>
              </a:extLst>
            </p:cNvPr>
            <p:cNvSpPr/>
            <p:nvPr/>
          </p:nvSpPr>
          <p:spPr>
            <a:xfrm>
              <a:off x="21349377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2" y="0"/>
                  </a:lnTo>
                  <a:lnTo>
                    <a:pt x="10427562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</p:grpSp>
      <p:grpSp>
        <p:nvGrpSpPr>
          <p:cNvPr id="15363" name="Group 10">
            <a:extLst>
              <a:ext uri="{FF2B5EF4-FFF2-40B4-BE49-F238E27FC236}">
                <a16:creationId xmlns:a16="http://schemas.microsoft.com/office/drawing/2014/main" id="{519140A6-9029-46F0-B08B-82D07D0D31DB}"/>
              </a:ext>
            </a:extLst>
          </p:cNvPr>
          <p:cNvGrpSpPr>
            <a:grpSpLocks/>
          </p:cNvGrpSpPr>
          <p:nvPr/>
        </p:nvGrpSpPr>
        <p:grpSpPr bwMode="auto">
          <a:xfrm>
            <a:off x="0" y="137160"/>
            <a:ext cx="12100956" cy="6650356"/>
            <a:chOff x="0" y="0"/>
            <a:chExt cx="21640800" cy="11363027"/>
          </a:xfrm>
        </p:grpSpPr>
        <p:sp>
          <p:nvSpPr>
            <p:cNvPr id="15370" name="Freeform 11">
              <a:extLst>
                <a:ext uri="{FF2B5EF4-FFF2-40B4-BE49-F238E27FC236}">
                  <a16:creationId xmlns:a16="http://schemas.microsoft.com/office/drawing/2014/main" id="{37F6DADE-8E1C-BA24-0853-FA829A882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9097524" cy="11363027"/>
            </a:xfrm>
            <a:custGeom>
              <a:avLst/>
              <a:gdLst>
                <a:gd name="T0" fmla="*/ 0 w 19097524"/>
                <a:gd name="T1" fmla="*/ 0 h 11363027"/>
                <a:gd name="T2" fmla="*/ 19097524 w 19097524"/>
                <a:gd name="T3" fmla="*/ 0 h 11363027"/>
                <a:gd name="T4" fmla="*/ 19097524 w 19097524"/>
                <a:gd name="T5" fmla="*/ 11363027 h 11363027"/>
                <a:gd name="T6" fmla="*/ 0 w 19097524"/>
                <a:gd name="T7" fmla="*/ 11363027 h 11363027"/>
                <a:gd name="T8" fmla="*/ 0 w 19097524"/>
                <a:gd name="T9" fmla="*/ 0 h 113630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097524" h="11363027">
                  <a:moveTo>
                    <a:pt x="0" y="0"/>
                  </a:moveTo>
                  <a:lnTo>
                    <a:pt x="19097524" y="0"/>
                  </a:lnTo>
                  <a:lnTo>
                    <a:pt x="19097524" y="11363027"/>
                  </a:lnTo>
                  <a:lnTo>
                    <a:pt x="0" y="11363027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7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 sz="2160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A82205C-62BE-5BF7-AA60-3BF909FA96A5}"/>
                </a:ext>
              </a:extLst>
            </p:cNvPr>
            <p:cNvSpPr/>
            <p:nvPr/>
          </p:nvSpPr>
          <p:spPr>
            <a:xfrm>
              <a:off x="8264080" y="0"/>
              <a:ext cx="13376720" cy="11363027"/>
            </a:xfrm>
            <a:custGeom>
              <a:avLst/>
              <a:gdLst/>
              <a:ahLst/>
              <a:cxnLst/>
              <a:rect l="l" t="t" r="r" b="b"/>
              <a:pathLst>
                <a:path w="13376720" h="11363027">
                  <a:moveTo>
                    <a:pt x="0" y="0"/>
                  </a:moveTo>
                  <a:lnTo>
                    <a:pt x="13376720" y="0"/>
                  </a:lnTo>
                  <a:lnTo>
                    <a:pt x="13376720" y="11363027"/>
                  </a:lnTo>
                  <a:lnTo>
                    <a:pt x="0" y="113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766"/>
              </a:stretch>
            </a:blipFill>
          </p:spPr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22BDC091-F05B-522A-83FF-DC1F426F937F}"/>
              </a:ext>
            </a:extLst>
          </p:cNvPr>
          <p:cNvSpPr/>
          <p:nvPr/>
        </p:nvSpPr>
        <p:spPr>
          <a:xfrm>
            <a:off x="2286000" y="520066"/>
            <a:ext cx="8025766" cy="5734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>
            <a:lvl1pPr marL="17145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07000"/>
              </a:lnSpc>
              <a:defRPr/>
            </a:pPr>
            <a:endParaRPr lang="vi-VN" altLang="en-VN" sz="288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78F1A2-0540-A746-75A9-E58BC9F1A808}"/>
              </a:ext>
            </a:extLst>
          </p:cNvPr>
          <p:cNvSpPr/>
          <p:nvPr/>
        </p:nvSpPr>
        <p:spPr bwMode="auto">
          <a:xfrm>
            <a:off x="1718310" y="4991100"/>
            <a:ext cx="3571876" cy="5410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82296" tIns="41148" rIns="82296" bIns="41148"/>
          <a:lstStyle>
            <a:lvl1pPr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defRPr/>
            </a:pPr>
            <a:endParaRPr kumimoji="0" lang="vi-VN" altLang="en-VN" sz="288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22146E-119A-0827-2112-E882E90A74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449" y="610615"/>
            <a:ext cx="8728364" cy="59044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AF886A-90C5-27B0-31F4-8B82523BAEC9}"/>
              </a:ext>
            </a:extLst>
          </p:cNvPr>
          <p:cNvSpPr txBox="1"/>
          <p:nvPr/>
        </p:nvSpPr>
        <p:spPr>
          <a:xfrm>
            <a:off x="8037368" y="2059771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1. </a:t>
            </a:r>
            <a:r>
              <a:rPr lang="zh-CN" altLang="en-US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女的正在买什么？（</a:t>
            </a:r>
            <a:r>
              <a:rPr lang="en-US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B）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4249D1-6537-B075-F53B-3C335A0BDA86}"/>
              </a:ext>
            </a:extLst>
          </p:cNvPr>
          <p:cNvSpPr txBox="1"/>
          <p:nvPr/>
        </p:nvSpPr>
        <p:spPr>
          <a:xfrm>
            <a:off x="8033826" y="2527944"/>
            <a:ext cx="7071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2.</a:t>
            </a:r>
            <a:r>
              <a:rPr lang="zh-CN" altLang="en-US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猪肉多少钱一斤？（</a:t>
            </a:r>
            <a:r>
              <a:rPr lang="en-US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B）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C02433-5CD4-EBEE-ADFB-258C355833F6}"/>
              </a:ext>
            </a:extLst>
          </p:cNvPr>
          <p:cNvSpPr txBox="1"/>
          <p:nvPr/>
        </p:nvSpPr>
        <p:spPr>
          <a:xfrm>
            <a:off x="8033826" y="2996117"/>
            <a:ext cx="75527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effectLst/>
                <a:latin typeface="Helvetica" pitchFamily="2" charset="0"/>
              </a:rPr>
              <a:t>3.</a:t>
            </a:r>
            <a:r>
              <a:rPr lang="zh-CN" altLang="en-US" b="1" dirty="0">
                <a:solidFill>
                  <a:srgbClr val="0000FF"/>
                </a:solidFill>
                <a:effectLst/>
                <a:latin typeface="Helvetica" pitchFamily="2" charset="0"/>
              </a:rPr>
              <a:t>女的一共花了多少钱？（</a:t>
            </a:r>
            <a:r>
              <a:rPr lang="en-US" b="1" dirty="0">
                <a:solidFill>
                  <a:srgbClr val="0000FF"/>
                </a:solidFill>
                <a:effectLst/>
                <a:latin typeface="Helvetica" pitchFamily="2" charset="0"/>
              </a:rPr>
              <a:t>B）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1DE0D8-C531-63F5-5863-9F7B47F40CAC}"/>
              </a:ext>
            </a:extLst>
          </p:cNvPr>
          <p:cNvSpPr txBox="1"/>
          <p:nvPr/>
        </p:nvSpPr>
        <p:spPr>
          <a:xfrm>
            <a:off x="3718063" y="4434809"/>
            <a:ext cx="8995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000" dirty="0">
                <a:solidFill>
                  <a:srgbClr val="0000FF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71D773-B68E-9CE9-9FA7-A572363FE220}"/>
              </a:ext>
            </a:extLst>
          </p:cNvPr>
          <p:cNvSpPr txBox="1"/>
          <p:nvPr/>
        </p:nvSpPr>
        <p:spPr>
          <a:xfrm>
            <a:off x="2844425" y="4975831"/>
            <a:ext cx="719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dirty="0"/>
              <a:t> </a:t>
            </a:r>
            <a:r>
              <a:rPr lang="en-VN" sz="2400" dirty="0">
                <a:solidFill>
                  <a:srgbClr val="0000FF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块</a:t>
            </a:r>
            <a:endParaRPr lang="en-VN" dirty="0">
              <a:solidFill>
                <a:srgbClr val="0000FF"/>
              </a:solidFill>
              <a:latin typeface="NSimSun" panose="02010609030101010101" pitchFamily="49" charset="-122"/>
              <a:ea typeface="NSimSun" panose="02010609030101010101" pitchFamily="49" charset="-12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0978C4-5D7E-E18D-EC8E-2A49982C52CC}"/>
              </a:ext>
            </a:extLst>
          </p:cNvPr>
          <p:cNvSpPr txBox="1"/>
          <p:nvPr/>
        </p:nvSpPr>
        <p:spPr>
          <a:xfrm>
            <a:off x="4125315" y="5547389"/>
            <a:ext cx="1086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b="1" dirty="0">
                <a:solidFill>
                  <a:srgbClr val="0000FF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⼀ 共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4A8FDB-C254-DF94-BC11-778D0D80767D}"/>
              </a:ext>
            </a:extLst>
          </p:cNvPr>
          <p:cNvSpPr txBox="1"/>
          <p:nvPr/>
        </p:nvSpPr>
        <p:spPr>
          <a:xfrm>
            <a:off x="2895778" y="6062719"/>
            <a:ext cx="89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dirty="0"/>
              <a:t> </a:t>
            </a:r>
            <a:r>
              <a:rPr lang="en-VN" sz="2000" b="1" dirty="0">
                <a:solidFill>
                  <a:srgbClr val="0000FF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正 好</a:t>
            </a:r>
            <a:endParaRPr lang="en-VN" b="1" dirty="0">
              <a:solidFill>
                <a:srgbClr val="0000FF"/>
              </a:solidFill>
              <a:latin typeface="NSimSun" panose="02010609030101010101" pitchFamily="49" charset="-122"/>
              <a:ea typeface="NSimSun" panose="02010609030101010101" pitchFamily="49" charset="-122"/>
            </a:endParaRPr>
          </a:p>
        </p:txBody>
      </p:sp>
      <p:pic>
        <p:nvPicPr>
          <p:cNvPr id="5" name="9-5-2.mp3">
            <a:hlinkClick r:id="" action="ppaction://media"/>
            <a:extLst>
              <a:ext uri="{FF2B5EF4-FFF2-40B4-BE49-F238E27FC236}">
                <a16:creationId xmlns:a16="http://schemas.microsoft.com/office/drawing/2014/main" id="{BA3F4236-F920-FBF8-DD42-AA44DD1E423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0091801" y="4556541"/>
            <a:ext cx="812800" cy="812800"/>
          </a:xfrm>
          <a:prstGeom prst="rect">
            <a:avLst/>
          </a:prstGeom>
          <a:solidFill>
            <a:schemeClr val="accent2"/>
          </a:solidFill>
        </p:spPr>
      </p:pic>
    </p:spTree>
    <p:extLst>
      <p:ext uri="{BB962C8B-B14F-4D97-AF65-F5344CB8AC3E}">
        <p14:creationId xmlns:p14="http://schemas.microsoft.com/office/powerpoint/2010/main" val="2606055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4" dur="7162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4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9" grpId="0"/>
      <p:bldP spid="11" grpId="0"/>
      <p:bldP spid="14" grpId="0"/>
      <p:bldP spid="18" grpId="0"/>
      <p:bldP spid="20" grpId="0"/>
      <p:bldP spid="23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1" name="Group 2">
            <a:extLst>
              <a:ext uri="{FF2B5EF4-FFF2-40B4-BE49-F238E27FC236}">
                <a16:creationId xmlns:a16="http://schemas.microsoft.com/office/drawing/2014/main" id="{199FB602-7CA2-A648-DE0D-0525320587C3}"/>
              </a:ext>
            </a:extLst>
          </p:cNvPr>
          <p:cNvGrpSpPr>
            <a:grpSpLocks/>
          </p:cNvGrpSpPr>
          <p:nvPr/>
        </p:nvGrpSpPr>
        <p:grpSpPr bwMode="auto">
          <a:xfrm>
            <a:off x="653416" y="299086"/>
            <a:ext cx="10928984" cy="6216014"/>
            <a:chOff x="0" y="0"/>
            <a:chExt cx="24287621" cy="1381278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3F0427D-4F3E-A1DC-124F-07B17F27D99D}"/>
                </a:ext>
              </a:extLst>
            </p:cNvPr>
            <p:cNvSpPr/>
            <p:nvPr/>
          </p:nvSpPr>
          <p:spPr>
            <a:xfrm>
              <a:off x="0" y="0"/>
              <a:ext cx="12180973" cy="13812786"/>
            </a:xfrm>
            <a:custGeom>
              <a:avLst/>
              <a:gdLst/>
              <a:ahLst/>
              <a:cxnLst/>
              <a:rect l="l" t="t" r="r" b="b"/>
              <a:pathLst>
                <a:path w="12180973" h="13812786">
                  <a:moveTo>
                    <a:pt x="0" y="0"/>
                  </a:moveTo>
                  <a:lnTo>
                    <a:pt x="12180973" y="0"/>
                  </a:lnTo>
                  <a:lnTo>
                    <a:pt x="12180973" y="13812786"/>
                  </a:lnTo>
                  <a:lnTo>
                    <a:pt x="0" y="1381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7850"/>
              </a:blip>
              <a:stretch>
                <a:fillRect l="-13396"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4F6E5C0-23C5-9CE4-9EEF-2964FC28F084}"/>
                </a:ext>
              </a:extLst>
            </p:cNvPr>
            <p:cNvSpPr/>
            <p:nvPr/>
          </p:nvSpPr>
          <p:spPr>
            <a:xfrm>
              <a:off x="12180973" y="0"/>
              <a:ext cx="12106648" cy="13812786"/>
            </a:xfrm>
            <a:custGeom>
              <a:avLst/>
              <a:gdLst/>
              <a:ahLst/>
              <a:cxnLst/>
              <a:rect l="l" t="t" r="r" b="b"/>
              <a:pathLst>
                <a:path w="12106648" h="13812786">
                  <a:moveTo>
                    <a:pt x="0" y="0"/>
                  </a:moveTo>
                  <a:lnTo>
                    <a:pt x="12106648" y="0"/>
                  </a:lnTo>
                  <a:lnTo>
                    <a:pt x="12106648" y="13812786"/>
                  </a:lnTo>
                  <a:lnTo>
                    <a:pt x="0" y="1381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7850"/>
              </a:blip>
              <a:stretch>
                <a:fillRect r="-14092"/>
              </a:stretch>
            </a:blipFill>
          </p:spPr>
        </p:sp>
      </p:grpSp>
      <p:grpSp>
        <p:nvGrpSpPr>
          <p:cNvPr id="15362" name="Group 5">
            <a:extLst>
              <a:ext uri="{FF2B5EF4-FFF2-40B4-BE49-F238E27FC236}">
                <a16:creationId xmlns:a16="http://schemas.microsoft.com/office/drawing/2014/main" id="{F0481D9F-85C8-FFEB-EC68-3EDED127D35D}"/>
              </a:ext>
            </a:extLst>
          </p:cNvPr>
          <p:cNvGrpSpPr>
            <a:grpSpLocks/>
          </p:cNvGrpSpPr>
          <p:nvPr/>
        </p:nvGrpSpPr>
        <p:grpSpPr bwMode="auto">
          <a:xfrm>
            <a:off x="1203960" y="5888356"/>
            <a:ext cx="9850756" cy="899160"/>
            <a:chOff x="0" y="0"/>
            <a:chExt cx="31776939" cy="49472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BE7DD73-FC4E-E149-4221-36CDD2B9DE6B}"/>
                </a:ext>
              </a:extLst>
            </p:cNvPr>
            <p:cNvSpPr/>
            <p:nvPr/>
          </p:nvSpPr>
          <p:spPr>
            <a:xfrm>
              <a:off x="0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1" y="0"/>
                  </a:lnTo>
                  <a:lnTo>
                    <a:pt x="10427561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013151B-7B31-5A78-FFAA-F1C52AACFB77}"/>
                </a:ext>
              </a:extLst>
            </p:cNvPr>
            <p:cNvSpPr/>
            <p:nvPr/>
          </p:nvSpPr>
          <p:spPr>
            <a:xfrm>
              <a:off x="10674689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1" y="0"/>
                  </a:lnTo>
                  <a:lnTo>
                    <a:pt x="10427561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E395E60-77E7-A04F-1E77-2ADE6FC5F7B1}"/>
                </a:ext>
              </a:extLst>
            </p:cNvPr>
            <p:cNvSpPr/>
            <p:nvPr/>
          </p:nvSpPr>
          <p:spPr>
            <a:xfrm>
              <a:off x="21349377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2" y="0"/>
                  </a:lnTo>
                  <a:lnTo>
                    <a:pt x="10427562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</p:grpSp>
      <p:grpSp>
        <p:nvGrpSpPr>
          <p:cNvPr id="15363" name="Group 10">
            <a:extLst>
              <a:ext uri="{FF2B5EF4-FFF2-40B4-BE49-F238E27FC236}">
                <a16:creationId xmlns:a16="http://schemas.microsoft.com/office/drawing/2014/main" id="{519140A6-9029-46F0-B08B-82D07D0D31DB}"/>
              </a:ext>
            </a:extLst>
          </p:cNvPr>
          <p:cNvGrpSpPr>
            <a:grpSpLocks/>
          </p:cNvGrpSpPr>
          <p:nvPr/>
        </p:nvGrpSpPr>
        <p:grpSpPr bwMode="auto">
          <a:xfrm>
            <a:off x="0" y="137160"/>
            <a:ext cx="12100956" cy="6650356"/>
            <a:chOff x="0" y="0"/>
            <a:chExt cx="21640800" cy="11363027"/>
          </a:xfrm>
        </p:grpSpPr>
        <p:sp>
          <p:nvSpPr>
            <p:cNvPr id="15370" name="Freeform 11">
              <a:extLst>
                <a:ext uri="{FF2B5EF4-FFF2-40B4-BE49-F238E27FC236}">
                  <a16:creationId xmlns:a16="http://schemas.microsoft.com/office/drawing/2014/main" id="{37F6DADE-8E1C-BA24-0853-FA829A882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9097524" cy="11363027"/>
            </a:xfrm>
            <a:custGeom>
              <a:avLst/>
              <a:gdLst>
                <a:gd name="T0" fmla="*/ 0 w 19097524"/>
                <a:gd name="T1" fmla="*/ 0 h 11363027"/>
                <a:gd name="T2" fmla="*/ 19097524 w 19097524"/>
                <a:gd name="T3" fmla="*/ 0 h 11363027"/>
                <a:gd name="T4" fmla="*/ 19097524 w 19097524"/>
                <a:gd name="T5" fmla="*/ 11363027 h 11363027"/>
                <a:gd name="T6" fmla="*/ 0 w 19097524"/>
                <a:gd name="T7" fmla="*/ 11363027 h 11363027"/>
                <a:gd name="T8" fmla="*/ 0 w 19097524"/>
                <a:gd name="T9" fmla="*/ 0 h 113630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097524" h="11363027">
                  <a:moveTo>
                    <a:pt x="0" y="0"/>
                  </a:moveTo>
                  <a:lnTo>
                    <a:pt x="19097524" y="0"/>
                  </a:lnTo>
                  <a:lnTo>
                    <a:pt x="19097524" y="11363027"/>
                  </a:lnTo>
                  <a:lnTo>
                    <a:pt x="0" y="11363027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7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 sz="2160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A82205C-62BE-5BF7-AA60-3BF909FA96A5}"/>
                </a:ext>
              </a:extLst>
            </p:cNvPr>
            <p:cNvSpPr/>
            <p:nvPr/>
          </p:nvSpPr>
          <p:spPr>
            <a:xfrm>
              <a:off x="8264080" y="0"/>
              <a:ext cx="13376720" cy="11363027"/>
            </a:xfrm>
            <a:custGeom>
              <a:avLst/>
              <a:gdLst/>
              <a:ahLst/>
              <a:cxnLst/>
              <a:rect l="l" t="t" r="r" b="b"/>
              <a:pathLst>
                <a:path w="13376720" h="11363027">
                  <a:moveTo>
                    <a:pt x="0" y="0"/>
                  </a:moveTo>
                  <a:lnTo>
                    <a:pt x="13376720" y="0"/>
                  </a:lnTo>
                  <a:lnTo>
                    <a:pt x="13376720" y="11363027"/>
                  </a:lnTo>
                  <a:lnTo>
                    <a:pt x="0" y="113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766"/>
              </a:stretch>
            </a:blipFill>
          </p:spPr>
        </p:sp>
      </p:grpSp>
      <p:grpSp>
        <p:nvGrpSpPr>
          <p:cNvPr id="15364" name="Group 13">
            <a:extLst>
              <a:ext uri="{FF2B5EF4-FFF2-40B4-BE49-F238E27FC236}">
                <a16:creationId xmlns:a16="http://schemas.microsoft.com/office/drawing/2014/main" id="{267E742A-C09D-82FD-C3AC-339722A0B41E}"/>
              </a:ext>
            </a:extLst>
          </p:cNvPr>
          <p:cNvGrpSpPr>
            <a:grpSpLocks/>
          </p:cNvGrpSpPr>
          <p:nvPr/>
        </p:nvGrpSpPr>
        <p:grpSpPr bwMode="auto">
          <a:xfrm>
            <a:off x="1078231" y="931546"/>
            <a:ext cx="887730" cy="649604"/>
            <a:chOff x="0" y="0"/>
            <a:chExt cx="1973903" cy="1444552"/>
          </a:xfrm>
        </p:grpSpPr>
        <p:sp>
          <p:nvSpPr>
            <p:cNvPr id="15368" name="Freeform 14">
              <a:extLst>
                <a:ext uri="{FF2B5EF4-FFF2-40B4-BE49-F238E27FC236}">
                  <a16:creationId xmlns:a16="http://schemas.microsoft.com/office/drawing/2014/main" id="{6CE144B1-4030-F730-62CC-88490B8B0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50" y="0"/>
              <a:ext cx="1882153" cy="1444552"/>
            </a:xfrm>
            <a:custGeom>
              <a:avLst/>
              <a:gdLst>
                <a:gd name="T0" fmla="*/ 0 w 1882153"/>
                <a:gd name="T1" fmla="*/ 0 h 1444552"/>
                <a:gd name="T2" fmla="*/ 1882152 w 1882153"/>
                <a:gd name="T3" fmla="*/ 0 h 1444552"/>
                <a:gd name="T4" fmla="*/ 1882152 w 1882153"/>
                <a:gd name="T5" fmla="*/ 1444552 h 1444552"/>
                <a:gd name="T6" fmla="*/ 0 w 1882153"/>
                <a:gd name="T7" fmla="*/ 1444552 h 1444552"/>
                <a:gd name="T8" fmla="*/ 0 w 1882153"/>
                <a:gd name="T9" fmla="*/ 0 h 14445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82153" h="1444552">
                  <a:moveTo>
                    <a:pt x="0" y="0"/>
                  </a:moveTo>
                  <a:lnTo>
                    <a:pt x="1882152" y="0"/>
                  </a:lnTo>
                  <a:lnTo>
                    <a:pt x="1882152" y="1444552"/>
                  </a:lnTo>
                  <a:lnTo>
                    <a:pt x="0" y="1444552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8">
                <a:alphaModFix amt="66000"/>
              </a:blip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 sz="2160"/>
            </a:p>
          </p:txBody>
        </p:sp>
        <p:sp>
          <p:nvSpPr>
            <p:cNvPr id="15369" name="TextBox 15">
              <a:extLst>
                <a:ext uri="{FF2B5EF4-FFF2-40B4-BE49-F238E27FC236}">
                  <a16:creationId xmlns:a16="http://schemas.microsoft.com/office/drawing/2014/main" id="{DEF0BC27-2F11-981E-8A28-AE27744C5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60977"/>
              <a:ext cx="1702809" cy="1162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3990"/>
                </a:lnSpc>
              </a:pPr>
              <a:endParaRPr kumimoji="1" lang="en-US" altLang="en-VN" sz="4080" b="1">
                <a:solidFill>
                  <a:srgbClr val="004AAD"/>
                </a:solidFill>
                <a:latin typeface="Playpen Sans Bold" pitchFamily="2" charset="0"/>
                <a:ea typeface="黑体" panose="02010609060101010101" pitchFamily="49" charset="-122"/>
                <a:sym typeface="Playpen Sans Bold" pitchFamily="2" charset="0"/>
              </a:endParaRP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22BDC091-F05B-522A-83FF-DC1F426F937F}"/>
              </a:ext>
            </a:extLst>
          </p:cNvPr>
          <p:cNvSpPr/>
          <p:nvPr/>
        </p:nvSpPr>
        <p:spPr>
          <a:xfrm>
            <a:off x="2286000" y="520066"/>
            <a:ext cx="8025766" cy="5734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>
            <a:lvl1pPr marL="17145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07000"/>
              </a:lnSpc>
              <a:defRPr/>
            </a:pPr>
            <a:endParaRPr lang="vi-VN" altLang="en-VN" sz="288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78F1A2-0540-A746-75A9-E58BC9F1A808}"/>
              </a:ext>
            </a:extLst>
          </p:cNvPr>
          <p:cNvSpPr/>
          <p:nvPr/>
        </p:nvSpPr>
        <p:spPr bwMode="auto">
          <a:xfrm>
            <a:off x="1718310" y="4991100"/>
            <a:ext cx="3571876" cy="5410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82296" tIns="41148" rIns="82296" bIns="41148"/>
          <a:lstStyle>
            <a:lvl1pPr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defRPr/>
            </a:pPr>
            <a:endParaRPr kumimoji="0" lang="vi-VN" altLang="en-VN" sz="288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23FAF1-228E-6E14-A576-478FCDA9BAE5}"/>
              </a:ext>
            </a:extLst>
          </p:cNvPr>
          <p:cNvSpPr txBox="1"/>
          <p:nvPr/>
        </p:nvSpPr>
        <p:spPr>
          <a:xfrm>
            <a:off x="2658767" y="739347"/>
            <a:ext cx="635923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对话二 您的钱正好</a:t>
            </a:r>
          </a:p>
          <a:p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女：猪肉怎么卖呀？</a:t>
            </a:r>
          </a:p>
          <a:p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男：</a:t>
            </a:r>
            <a:r>
              <a:rPr lang="en-US" altLang="zh-CN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18</a:t>
            </a:r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块一斤。来多少？</a:t>
            </a:r>
          </a:p>
          <a:p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女：这块给我称一下儿。</a:t>
            </a:r>
          </a:p>
          <a:p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男：</a:t>
            </a:r>
            <a:r>
              <a:rPr lang="en-US" altLang="zh-CN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3</a:t>
            </a:r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斤。</a:t>
            </a:r>
            <a:r>
              <a:rPr lang="en-US" altLang="zh-CN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54</a:t>
            </a:r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块。</a:t>
            </a:r>
          </a:p>
          <a:p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女：牛肉多少钱一斤？</a:t>
            </a:r>
          </a:p>
          <a:p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男：</a:t>
            </a:r>
            <a:r>
              <a:rPr lang="en-US" altLang="zh-CN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22</a:t>
            </a:r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块。您看这块怎么样？</a:t>
            </a:r>
          </a:p>
          <a:p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女：还可以。称称吧。</a:t>
            </a:r>
          </a:p>
          <a:p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男：</a:t>
            </a:r>
            <a:r>
              <a:rPr lang="en-US" altLang="zh-CN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4</a:t>
            </a:r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斤。</a:t>
            </a:r>
            <a:r>
              <a:rPr lang="en-US" altLang="zh-CN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88</a:t>
            </a:r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块。</a:t>
            </a:r>
          </a:p>
          <a:p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女：一共多少钱？</a:t>
            </a:r>
          </a:p>
          <a:p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男：</a:t>
            </a:r>
            <a:r>
              <a:rPr lang="en-US" altLang="zh-CN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54</a:t>
            </a:r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块加上</a:t>
            </a:r>
            <a:r>
              <a:rPr lang="en-US" altLang="zh-CN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88</a:t>
            </a:r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块，一共是</a:t>
            </a:r>
            <a:r>
              <a:rPr lang="en-US" altLang="zh-CN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142</a:t>
            </a:r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块。</a:t>
            </a:r>
          </a:p>
          <a:p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女：这是</a:t>
            </a:r>
            <a:r>
              <a:rPr lang="en-US" altLang="zh-CN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142</a:t>
            </a:r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块，给您。</a:t>
            </a:r>
          </a:p>
          <a:p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男：您的钱正好。</a:t>
            </a:r>
          </a:p>
        </p:txBody>
      </p:sp>
      <p:pic>
        <p:nvPicPr>
          <p:cNvPr id="2" name="9-5-2.mp3">
            <a:hlinkClick r:id="" action="ppaction://media"/>
            <a:extLst>
              <a:ext uri="{FF2B5EF4-FFF2-40B4-BE49-F238E27FC236}">
                <a16:creationId xmlns:a16="http://schemas.microsoft.com/office/drawing/2014/main" id="{F52F6556-A0E7-3B6A-8C67-C611CFE1263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0432444" y="1174750"/>
            <a:ext cx="812800" cy="812800"/>
          </a:xfrm>
          <a:prstGeom prst="rect">
            <a:avLst/>
          </a:prstGeom>
          <a:solidFill>
            <a:schemeClr val="accent2"/>
          </a:solidFill>
        </p:spPr>
      </p:pic>
    </p:spTree>
    <p:extLst>
      <p:ext uri="{BB962C8B-B14F-4D97-AF65-F5344CB8AC3E}">
        <p14:creationId xmlns:p14="http://schemas.microsoft.com/office/powerpoint/2010/main" val="235711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62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1" name="Group 2">
            <a:extLst>
              <a:ext uri="{FF2B5EF4-FFF2-40B4-BE49-F238E27FC236}">
                <a16:creationId xmlns:a16="http://schemas.microsoft.com/office/drawing/2014/main" id="{199FB602-7CA2-A648-DE0D-0525320587C3}"/>
              </a:ext>
            </a:extLst>
          </p:cNvPr>
          <p:cNvGrpSpPr>
            <a:grpSpLocks/>
          </p:cNvGrpSpPr>
          <p:nvPr/>
        </p:nvGrpSpPr>
        <p:grpSpPr bwMode="auto">
          <a:xfrm>
            <a:off x="653416" y="299086"/>
            <a:ext cx="10928984" cy="6216014"/>
            <a:chOff x="0" y="0"/>
            <a:chExt cx="24287621" cy="1381278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3F0427D-4F3E-A1DC-124F-07B17F27D99D}"/>
                </a:ext>
              </a:extLst>
            </p:cNvPr>
            <p:cNvSpPr/>
            <p:nvPr/>
          </p:nvSpPr>
          <p:spPr>
            <a:xfrm>
              <a:off x="0" y="0"/>
              <a:ext cx="12180973" cy="13812786"/>
            </a:xfrm>
            <a:custGeom>
              <a:avLst/>
              <a:gdLst/>
              <a:ahLst/>
              <a:cxnLst/>
              <a:rect l="l" t="t" r="r" b="b"/>
              <a:pathLst>
                <a:path w="12180973" h="13812786">
                  <a:moveTo>
                    <a:pt x="0" y="0"/>
                  </a:moveTo>
                  <a:lnTo>
                    <a:pt x="12180973" y="0"/>
                  </a:lnTo>
                  <a:lnTo>
                    <a:pt x="12180973" y="13812786"/>
                  </a:lnTo>
                  <a:lnTo>
                    <a:pt x="0" y="1381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7850"/>
              </a:blip>
              <a:stretch>
                <a:fillRect l="-13396"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4F6E5C0-23C5-9CE4-9EEF-2964FC28F084}"/>
                </a:ext>
              </a:extLst>
            </p:cNvPr>
            <p:cNvSpPr/>
            <p:nvPr/>
          </p:nvSpPr>
          <p:spPr>
            <a:xfrm>
              <a:off x="12180973" y="0"/>
              <a:ext cx="12106648" cy="13812786"/>
            </a:xfrm>
            <a:custGeom>
              <a:avLst/>
              <a:gdLst/>
              <a:ahLst/>
              <a:cxnLst/>
              <a:rect l="l" t="t" r="r" b="b"/>
              <a:pathLst>
                <a:path w="12106648" h="13812786">
                  <a:moveTo>
                    <a:pt x="0" y="0"/>
                  </a:moveTo>
                  <a:lnTo>
                    <a:pt x="12106648" y="0"/>
                  </a:lnTo>
                  <a:lnTo>
                    <a:pt x="12106648" y="13812786"/>
                  </a:lnTo>
                  <a:lnTo>
                    <a:pt x="0" y="1381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7850"/>
              </a:blip>
              <a:stretch>
                <a:fillRect r="-14092"/>
              </a:stretch>
            </a:blipFill>
          </p:spPr>
        </p:sp>
      </p:grpSp>
      <p:grpSp>
        <p:nvGrpSpPr>
          <p:cNvPr id="15362" name="Group 5">
            <a:extLst>
              <a:ext uri="{FF2B5EF4-FFF2-40B4-BE49-F238E27FC236}">
                <a16:creationId xmlns:a16="http://schemas.microsoft.com/office/drawing/2014/main" id="{F0481D9F-85C8-FFEB-EC68-3EDED127D35D}"/>
              </a:ext>
            </a:extLst>
          </p:cNvPr>
          <p:cNvGrpSpPr>
            <a:grpSpLocks/>
          </p:cNvGrpSpPr>
          <p:nvPr/>
        </p:nvGrpSpPr>
        <p:grpSpPr bwMode="auto">
          <a:xfrm>
            <a:off x="1203960" y="5888356"/>
            <a:ext cx="9850756" cy="899160"/>
            <a:chOff x="0" y="0"/>
            <a:chExt cx="31776939" cy="49472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BE7DD73-FC4E-E149-4221-36CDD2B9DE6B}"/>
                </a:ext>
              </a:extLst>
            </p:cNvPr>
            <p:cNvSpPr/>
            <p:nvPr/>
          </p:nvSpPr>
          <p:spPr>
            <a:xfrm>
              <a:off x="0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1" y="0"/>
                  </a:lnTo>
                  <a:lnTo>
                    <a:pt x="10427561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013151B-7B31-5A78-FFAA-F1C52AACFB77}"/>
                </a:ext>
              </a:extLst>
            </p:cNvPr>
            <p:cNvSpPr/>
            <p:nvPr/>
          </p:nvSpPr>
          <p:spPr>
            <a:xfrm>
              <a:off x="10674689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1" y="0"/>
                  </a:lnTo>
                  <a:lnTo>
                    <a:pt x="10427561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E395E60-77E7-A04F-1E77-2ADE6FC5F7B1}"/>
                </a:ext>
              </a:extLst>
            </p:cNvPr>
            <p:cNvSpPr/>
            <p:nvPr/>
          </p:nvSpPr>
          <p:spPr>
            <a:xfrm>
              <a:off x="21349377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2" y="0"/>
                  </a:lnTo>
                  <a:lnTo>
                    <a:pt x="10427562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</p:grpSp>
      <p:grpSp>
        <p:nvGrpSpPr>
          <p:cNvPr id="15363" name="Group 10">
            <a:extLst>
              <a:ext uri="{FF2B5EF4-FFF2-40B4-BE49-F238E27FC236}">
                <a16:creationId xmlns:a16="http://schemas.microsoft.com/office/drawing/2014/main" id="{519140A6-9029-46F0-B08B-82D07D0D31DB}"/>
              </a:ext>
            </a:extLst>
          </p:cNvPr>
          <p:cNvGrpSpPr>
            <a:grpSpLocks/>
          </p:cNvGrpSpPr>
          <p:nvPr/>
        </p:nvGrpSpPr>
        <p:grpSpPr bwMode="auto">
          <a:xfrm>
            <a:off x="0" y="520066"/>
            <a:ext cx="12100956" cy="6650356"/>
            <a:chOff x="0" y="0"/>
            <a:chExt cx="21640800" cy="11363027"/>
          </a:xfrm>
        </p:grpSpPr>
        <p:sp>
          <p:nvSpPr>
            <p:cNvPr id="15370" name="Freeform 11">
              <a:extLst>
                <a:ext uri="{FF2B5EF4-FFF2-40B4-BE49-F238E27FC236}">
                  <a16:creationId xmlns:a16="http://schemas.microsoft.com/office/drawing/2014/main" id="{37F6DADE-8E1C-BA24-0853-FA829A882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9097524" cy="11363027"/>
            </a:xfrm>
            <a:custGeom>
              <a:avLst/>
              <a:gdLst>
                <a:gd name="T0" fmla="*/ 0 w 19097524"/>
                <a:gd name="T1" fmla="*/ 0 h 11363027"/>
                <a:gd name="T2" fmla="*/ 19097524 w 19097524"/>
                <a:gd name="T3" fmla="*/ 0 h 11363027"/>
                <a:gd name="T4" fmla="*/ 19097524 w 19097524"/>
                <a:gd name="T5" fmla="*/ 11363027 h 11363027"/>
                <a:gd name="T6" fmla="*/ 0 w 19097524"/>
                <a:gd name="T7" fmla="*/ 11363027 h 11363027"/>
                <a:gd name="T8" fmla="*/ 0 w 19097524"/>
                <a:gd name="T9" fmla="*/ 0 h 113630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097524" h="11363027">
                  <a:moveTo>
                    <a:pt x="0" y="0"/>
                  </a:moveTo>
                  <a:lnTo>
                    <a:pt x="19097524" y="0"/>
                  </a:lnTo>
                  <a:lnTo>
                    <a:pt x="19097524" y="11363027"/>
                  </a:lnTo>
                  <a:lnTo>
                    <a:pt x="0" y="11363027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7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 sz="2160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A82205C-62BE-5BF7-AA60-3BF909FA96A5}"/>
                </a:ext>
              </a:extLst>
            </p:cNvPr>
            <p:cNvSpPr/>
            <p:nvPr/>
          </p:nvSpPr>
          <p:spPr>
            <a:xfrm>
              <a:off x="8264080" y="0"/>
              <a:ext cx="13376720" cy="11363027"/>
            </a:xfrm>
            <a:custGeom>
              <a:avLst/>
              <a:gdLst/>
              <a:ahLst/>
              <a:cxnLst/>
              <a:rect l="l" t="t" r="r" b="b"/>
              <a:pathLst>
                <a:path w="13376720" h="11363027">
                  <a:moveTo>
                    <a:pt x="0" y="0"/>
                  </a:moveTo>
                  <a:lnTo>
                    <a:pt x="13376720" y="0"/>
                  </a:lnTo>
                  <a:lnTo>
                    <a:pt x="13376720" y="11363027"/>
                  </a:lnTo>
                  <a:lnTo>
                    <a:pt x="0" y="113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766"/>
              </a:stretch>
            </a:blipFill>
          </p:spPr>
        </p:sp>
      </p:grpSp>
      <p:grpSp>
        <p:nvGrpSpPr>
          <p:cNvPr id="15364" name="Group 13">
            <a:extLst>
              <a:ext uri="{FF2B5EF4-FFF2-40B4-BE49-F238E27FC236}">
                <a16:creationId xmlns:a16="http://schemas.microsoft.com/office/drawing/2014/main" id="{267E742A-C09D-82FD-C3AC-339722A0B41E}"/>
              </a:ext>
            </a:extLst>
          </p:cNvPr>
          <p:cNvGrpSpPr>
            <a:grpSpLocks/>
          </p:cNvGrpSpPr>
          <p:nvPr/>
        </p:nvGrpSpPr>
        <p:grpSpPr bwMode="auto">
          <a:xfrm>
            <a:off x="10813007" y="695597"/>
            <a:ext cx="887730" cy="649604"/>
            <a:chOff x="0" y="0"/>
            <a:chExt cx="1973903" cy="1444552"/>
          </a:xfrm>
        </p:grpSpPr>
        <p:sp>
          <p:nvSpPr>
            <p:cNvPr id="15368" name="Freeform 14">
              <a:extLst>
                <a:ext uri="{FF2B5EF4-FFF2-40B4-BE49-F238E27FC236}">
                  <a16:creationId xmlns:a16="http://schemas.microsoft.com/office/drawing/2014/main" id="{6CE144B1-4030-F730-62CC-88490B8B0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50" y="0"/>
              <a:ext cx="1882153" cy="1444552"/>
            </a:xfrm>
            <a:custGeom>
              <a:avLst/>
              <a:gdLst>
                <a:gd name="T0" fmla="*/ 0 w 1882153"/>
                <a:gd name="T1" fmla="*/ 0 h 1444552"/>
                <a:gd name="T2" fmla="*/ 1882152 w 1882153"/>
                <a:gd name="T3" fmla="*/ 0 h 1444552"/>
                <a:gd name="T4" fmla="*/ 1882152 w 1882153"/>
                <a:gd name="T5" fmla="*/ 1444552 h 1444552"/>
                <a:gd name="T6" fmla="*/ 0 w 1882153"/>
                <a:gd name="T7" fmla="*/ 1444552 h 1444552"/>
                <a:gd name="T8" fmla="*/ 0 w 1882153"/>
                <a:gd name="T9" fmla="*/ 0 h 14445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82153" h="1444552">
                  <a:moveTo>
                    <a:pt x="0" y="0"/>
                  </a:moveTo>
                  <a:lnTo>
                    <a:pt x="1882152" y="0"/>
                  </a:lnTo>
                  <a:lnTo>
                    <a:pt x="1882152" y="1444552"/>
                  </a:lnTo>
                  <a:lnTo>
                    <a:pt x="0" y="1444552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8">
                <a:alphaModFix amt="66000"/>
              </a:blip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 sz="2160"/>
            </a:p>
          </p:txBody>
        </p:sp>
        <p:sp>
          <p:nvSpPr>
            <p:cNvPr id="15369" name="TextBox 15">
              <a:extLst>
                <a:ext uri="{FF2B5EF4-FFF2-40B4-BE49-F238E27FC236}">
                  <a16:creationId xmlns:a16="http://schemas.microsoft.com/office/drawing/2014/main" id="{DEF0BC27-2F11-981E-8A28-AE27744C5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60977"/>
              <a:ext cx="1702809" cy="1162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3990"/>
                </a:lnSpc>
              </a:pPr>
              <a:endParaRPr kumimoji="1" lang="en-US" altLang="en-VN" sz="4080" b="1">
                <a:solidFill>
                  <a:srgbClr val="004AAD"/>
                </a:solidFill>
                <a:latin typeface="Playpen Sans Bold" pitchFamily="2" charset="0"/>
                <a:ea typeface="黑体" panose="02010609060101010101" pitchFamily="49" charset="-122"/>
                <a:sym typeface="Playpen Sans Bold" pitchFamily="2" charset="0"/>
              </a:endParaRP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22BDC091-F05B-522A-83FF-DC1F426F937F}"/>
              </a:ext>
            </a:extLst>
          </p:cNvPr>
          <p:cNvSpPr/>
          <p:nvPr/>
        </p:nvSpPr>
        <p:spPr>
          <a:xfrm>
            <a:off x="2286000" y="520066"/>
            <a:ext cx="8025766" cy="5734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>
            <a:lvl1pPr marL="17145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07000"/>
              </a:lnSpc>
              <a:defRPr/>
            </a:pPr>
            <a:endParaRPr lang="vi-VN" altLang="en-VN" sz="288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78F1A2-0540-A746-75A9-E58BC9F1A808}"/>
              </a:ext>
            </a:extLst>
          </p:cNvPr>
          <p:cNvSpPr/>
          <p:nvPr/>
        </p:nvSpPr>
        <p:spPr bwMode="auto">
          <a:xfrm>
            <a:off x="1718310" y="4991100"/>
            <a:ext cx="3571876" cy="5410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82296" tIns="41148" rIns="82296" bIns="41148"/>
          <a:lstStyle>
            <a:lvl1pPr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defRPr/>
            </a:pPr>
            <a:endParaRPr kumimoji="0" lang="vi-VN" altLang="en-VN" sz="288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8540E7-3BD7-76D9-B0DA-05B41D786D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1414" y="493396"/>
            <a:ext cx="8521951" cy="5995034"/>
          </a:xfrm>
          <a:prstGeom prst="rect">
            <a:avLst/>
          </a:prstGeom>
        </p:spPr>
      </p:pic>
      <p:sp>
        <p:nvSpPr>
          <p:cNvPr id="5" name="心形 1">
            <a:extLst>
              <a:ext uri="{FF2B5EF4-FFF2-40B4-BE49-F238E27FC236}">
                <a16:creationId xmlns:a16="http://schemas.microsoft.com/office/drawing/2014/main" id="{567E2D12-27FC-A915-E248-5BCE9D34CB2C}"/>
              </a:ext>
            </a:extLst>
          </p:cNvPr>
          <p:cNvSpPr/>
          <p:nvPr/>
        </p:nvSpPr>
        <p:spPr>
          <a:xfrm>
            <a:off x="7941904" y="6041071"/>
            <a:ext cx="419100" cy="296863"/>
          </a:xfrm>
          <a:prstGeom prst="hear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200" dirty="0">
                <a:solidFill>
                  <a:srgbClr val="FF0000"/>
                </a:solidFill>
                <a:sym typeface="+mn-ea"/>
              </a:rPr>
              <a:t>✘</a:t>
            </a:r>
          </a:p>
        </p:txBody>
      </p:sp>
      <p:sp>
        <p:nvSpPr>
          <p:cNvPr id="9" name="心形 8">
            <a:extLst>
              <a:ext uri="{FF2B5EF4-FFF2-40B4-BE49-F238E27FC236}">
                <a16:creationId xmlns:a16="http://schemas.microsoft.com/office/drawing/2014/main" id="{E2D7CA43-3B58-DB3E-89BD-42D1A041B7DA}"/>
              </a:ext>
            </a:extLst>
          </p:cNvPr>
          <p:cNvSpPr/>
          <p:nvPr/>
        </p:nvSpPr>
        <p:spPr>
          <a:xfrm>
            <a:off x="7899164" y="4198301"/>
            <a:ext cx="414337" cy="384175"/>
          </a:xfrm>
          <a:prstGeom prst="hear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200" dirty="0">
                <a:solidFill>
                  <a:srgbClr val="FF0000"/>
                </a:solidFill>
                <a:sym typeface="+mn-ea"/>
              </a:rPr>
              <a:t>✔</a:t>
            </a:r>
          </a:p>
        </p:txBody>
      </p:sp>
      <p:sp>
        <p:nvSpPr>
          <p:cNvPr id="10" name="心形 8">
            <a:extLst>
              <a:ext uri="{FF2B5EF4-FFF2-40B4-BE49-F238E27FC236}">
                <a16:creationId xmlns:a16="http://schemas.microsoft.com/office/drawing/2014/main" id="{A43972E8-3D6B-AA85-5D3E-B1C8D7C58E2F}"/>
              </a:ext>
            </a:extLst>
          </p:cNvPr>
          <p:cNvSpPr/>
          <p:nvPr/>
        </p:nvSpPr>
        <p:spPr>
          <a:xfrm>
            <a:off x="7985759" y="4700610"/>
            <a:ext cx="414337" cy="384175"/>
          </a:xfrm>
          <a:prstGeom prst="hear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200" dirty="0">
                <a:solidFill>
                  <a:srgbClr val="FF0000"/>
                </a:solidFill>
                <a:sym typeface="+mn-ea"/>
              </a:rPr>
              <a:t>✔</a:t>
            </a:r>
          </a:p>
        </p:txBody>
      </p:sp>
      <p:sp>
        <p:nvSpPr>
          <p:cNvPr id="11" name="心形 8">
            <a:extLst>
              <a:ext uri="{FF2B5EF4-FFF2-40B4-BE49-F238E27FC236}">
                <a16:creationId xmlns:a16="http://schemas.microsoft.com/office/drawing/2014/main" id="{FE6276CD-E151-4C56-DD8B-5306C49E4D1D}"/>
              </a:ext>
            </a:extLst>
          </p:cNvPr>
          <p:cNvSpPr/>
          <p:nvPr/>
        </p:nvSpPr>
        <p:spPr>
          <a:xfrm>
            <a:off x="7946667" y="5147945"/>
            <a:ext cx="414337" cy="384175"/>
          </a:xfrm>
          <a:prstGeom prst="hear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200" dirty="0">
                <a:solidFill>
                  <a:srgbClr val="FF0000"/>
                </a:solidFill>
                <a:sym typeface="+mn-ea"/>
              </a:rPr>
              <a:t>✔</a:t>
            </a:r>
          </a:p>
        </p:txBody>
      </p:sp>
      <p:sp>
        <p:nvSpPr>
          <p:cNvPr id="13" name="心形 8">
            <a:extLst>
              <a:ext uri="{FF2B5EF4-FFF2-40B4-BE49-F238E27FC236}">
                <a16:creationId xmlns:a16="http://schemas.microsoft.com/office/drawing/2014/main" id="{DC3D50D0-EE69-5643-3730-476E49D8BBCC}"/>
              </a:ext>
            </a:extLst>
          </p:cNvPr>
          <p:cNvSpPr/>
          <p:nvPr/>
        </p:nvSpPr>
        <p:spPr>
          <a:xfrm>
            <a:off x="7958309" y="5534342"/>
            <a:ext cx="414337" cy="384175"/>
          </a:xfrm>
          <a:prstGeom prst="hear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200" dirty="0">
                <a:solidFill>
                  <a:srgbClr val="FF0000"/>
                </a:solidFill>
                <a:sym typeface="+mn-ea"/>
              </a:rPr>
              <a:t>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86A56-9D02-4073-F007-AAC3361117F2}"/>
              </a:ext>
            </a:extLst>
          </p:cNvPr>
          <p:cNvSpPr txBox="1"/>
          <p:nvPr/>
        </p:nvSpPr>
        <p:spPr>
          <a:xfrm>
            <a:off x="5673435" y="1751012"/>
            <a:ext cx="62664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1.“</a:t>
            </a:r>
            <a:r>
              <a:rPr lang="zh-CN" altLang="en-US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我”来到中国以后，学会了哪方面的习惯说法？（</a:t>
            </a:r>
            <a:r>
              <a:rPr lang="en-US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B）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042D55-7C22-542B-0886-822A29B3C3C2}"/>
              </a:ext>
            </a:extLst>
          </p:cNvPr>
          <p:cNvSpPr txBox="1"/>
          <p:nvPr/>
        </p:nvSpPr>
        <p:spPr>
          <a:xfrm>
            <a:off x="5740047" y="2197885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2. </a:t>
            </a:r>
            <a:r>
              <a:rPr lang="zh-CN" altLang="en-US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买东西间价格的时候，中国人常说什么？（</a:t>
            </a:r>
            <a:r>
              <a:rPr lang="en-US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B）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77E278-CEFB-93A4-18CB-9743B8654291}"/>
              </a:ext>
            </a:extLst>
          </p:cNvPr>
          <p:cNvSpPr txBox="1"/>
          <p:nvPr/>
        </p:nvSpPr>
        <p:spPr>
          <a:xfrm>
            <a:off x="5797116" y="2680810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3. “</a:t>
            </a:r>
            <a:r>
              <a:rPr lang="zh-CN" altLang="en-US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一样来多少多少斤”是什么意思？（</a:t>
            </a:r>
            <a:r>
              <a:rPr lang="en-US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A）</a:t>
            </a:r>
          </a:p>
        </p:txBody>
      </p:sp>
      <p:pic>
        <p:nvPicPr>
          <p:cNvPr id="17" name="9-6-1.mp3">
            <a:hlinkClick r:id="" action="ppaction://media"/>
            <a:extLst>
              <a:ext uri="{FF2B5EF4-FFF2-40B4-BE49-F238E27FC236}">
                <a16:creationId xmlns:a16="http://schemas.microsoft.com/office/drawing/2014/main" id="{6F21E08D-B62F-2823-BD26-FA055FCC98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0573838" y="-112588"/>
            <a:ext cx="812800" cy="812800"/>
          </a:xfrm>
          <a:prstGeom prst="rect">
            <a:avLst/>
          </a:prstGeom>
          <a:solidFill>
            <a:schemeClr val="accent2"/>
          </a:solidFill>
        </p:spPr>
      </p:pic>
    </p:spTree>
    <p:extLst>
      <p:ext uri="{BB962C8B-B14F-4D97-AF65-F5344CB8AC3E}">
        <p14:creationId xmlns:p14="http://schemas.microsoft.com/office/powerpoint/2010/main" val="46010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3" dur="125570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  <p:bldLst>
      <p:bldP spid="5" grpId="0"/>
      <p:bldP spid="9" grpId="0"/>
      <p:bldP spid="10" grpId="0"/>
      <p:bldP spid="11" grpId="0"/>
      <p:bldP spid="13" grpId="0"/>
      <p:bldP spid="14" grpId="0"/>
      <p:bldP spid="15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1" name="Group 2">
            <a:extLst>
              <a:ext uri="{FF2B5EF4-FFF2-40B4-BE49-F238E27FC236}">
                <a16:creationId xmlns:a16="http://schemas.microsoft.com/office/drawing/2014/main" id="{199FB602-7CA2-A648-DE0D-0525320587C3}"/>
              </a:ext>
            </a:extLst>
          </p:cNvPr>
          <p:cNvGrpSpPr>
            <a:grpSpLocks/>
          </p:cNvGrpSpPr>
          <p:nvPr/>
        </p:nvGrpSpPr>
        <p:grpSpPr bwMode="auto">
          <a:xfrm>
            <a:off x="653416" y="299086"/>
            <a:ext cx="10928984" cy="6216014"/>
            <a:chOff x="0" y="0"/>
            <a:chExt cx="24287621" cy="1381278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3F0427D-4F3E-A1DC-124F-07B17F27D99D}"/>
                </a:ext>
              </a:extLst>
            </p:cNvPr>
            <p:cNvSpPr/>
            <p:nvPr/>
          </p:nvSpPr>
          <p:spPr>
            <a:xfrm>
              <a:off x="0" y="0"/>
              <a:ext cx="12180973" cy="13812786"/>
            </a:xfrm>
            <a:custGeom>
              <a:avLst/>
              <a:gdLst/>
              <a:ahLst/>
              <a:cxnLst/>
              <a:rect l="l" t="t" r="r" b="b"/>
              <a:pathLst>
                <a:path w="12180973" h="13812786">
                  <a:moveTo>
                    <a:pt x="0" y="0"/>
                  </a:moveTo>
                  <a:lnTo>
                    <a:pt x="12180973" y="0"/>
                  </a:lnTo>
                  <a:lnTo>
                    <a:pt x="12180973" y="13812786"/>
                  </a:lnTo>
                  <a:lnTo>
                    <a:pt x="0" y="1381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7850"/>
              </a:blip>
              <a:stretch>
                <a:fillRect l="-13396"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4F6E5C0-23C5-9CE4-9EEF-2964FC28F084}"/>
                </a:ext>
              </a:extLst>
            </p:cNvPr>
            <p:cNvSpPr/>
            <p:nvPr/>
          </p:nvSpPr>
          <p:spPr>
            <a:xfrm>
              <a:off x="12180973" y="0"/>
              <a:ext cx="12106648" cy="13812786"/>
            </a:xfrm>
            <a:custGeom>
              <a:avLst/>
              <a:gdLst/>
              <a:ahLst/>
              <a:cxnLst/>
              <a:rect l="l" t="t" r="r" b="b"/>
              <a:pathLst>
                <a:path w="12106648" h="13812786">
                  <a:moveTo>
                    <a:pt x="0" y="0"/>
                  </a:moveTo>
                  <a:lnTo>
                    <a:pt x="12106648" y="0"/>
                  </a:lnTo>
                  <a:lnTo>
                    <a:pt x="12106648" y="13812786"/>
                  </a:lnTo>
                  <a:lnTo>
                    <a:pt x="0" y="1381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7850"/>
              </a:blip>
              <a:stretch>
                <a:fillRect r="-14092"/>
              </a:stretch>
            </a:blipFill>
          </p:spPr>
        </p:sp>
      </p:grpSp>
      <p:grpSp>
        <p:nvGrpSpPr>
          <p:cNvPr id="15362" name="Group 5">
            <a:extLst>
              <a:ext uri="{FF2B5EF4-FFF2-40B4-BE49-F238E27FC236}">
                <a16:creationId xmlns:a16="http://schemas.microsoft.com/office/drawing/2014/main" id="{F0481D9F-85C8-FFEB-EC68-3EDED127D35D}"/>
              </a:ext>
            </a:extLst>
          </p:cNvPr>
          <p:cNvGrpSpPr>
            <a:grpSpLocks/>
          </p:cNvGrpSpPr>
          <p:nvPr/>
        </p:nvGrpSpPr>
        <p:grpSpPr bwMode="auto">
          <a:xfrm>
            <a:off x="1203960" y="5888356"/>
            <a:ext cx="9850756" cy="899160"/>
            <a:chOff x="0" y="0"/>
            <a:chExt cx="31776939" cy="49472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BE7DD73-FC4E-E149-4221-36CDD2B9DE6B}"/>
                </a:ext>
              </a:extLst>
            </p:cNvPr>
            <p:cNvSpPr/>
            <p:nvPr/>
          </p:nvSpPr>
          <p:spPr>
            <a:xfrm>
              <a:off x="0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1" y="0"/>
                  </a:lnTo>
                  <a:lnTo>
                    <a:pt x="10427561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013151B-7B31-5A78-FFAA-F1C52AACFB77}"/>
                </a:ext>
              </a:extLst>
            </p:cNvPr>
            <p:cNvSpPr/>
            <p:nvPr/>
          </p:nvSpPr>
          <p:spPr>
            <a:xfrm>
              <a:off x="10674689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1" y="0"/>
                  </a:lnTo>
                  <a:lnTo>
                    <a:pt x="10427561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E395E60-77E7-A04F-1E77-2ADE6FC5F7B1}"/>
                </a:ext>
              </a:extLst>
            </p:cNvPr>
            <p:cNvSpPr/>
            <p:nvPr/>
          </p:nvSpPr>
          <p:spPr>
            <a:xfrm>
              <a:off x="21349377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2" y="0"/>
                  </a:lnTo>
                  <a:lnTo>
                    <a:pt x="10427562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</p:grpSp>
      <p:grpSp>
        <p:nvGrpSpPr>
          <p:cNvPr id="15363" name="Group 10">
            <a:extLst>
              <a:ext uri="{FF2B5EF4-FFF2-40B4-BE49-F238E27FC236}">
                <a16:creationId xmlns:a16="http://schemas.microsoft.com/office/drawing/2014/main" id="{519140A6-9029-46F0-B08B-82D07D0D31DB}"/>
              </a:ext>
            </a:extLst>
          </p:cNvPr>
          <p:cNvGrpSpPr>
            <a:grpSpLocks/>
          </p:cNvGrpSpPr>
          <p:nvPr/>
        </p:nvGrpSpPr>
        <p:grpSpPr bwMode="auto">
          <a:xfrm>
            <a:off x="0" y="137160"/>
            <a:ext cx="12100956" cy="6650356"/>
            <a:chOff x="0" y="0"/>
            <a:chExt cx="21640800" cy="11363027"/>
          </a:xfrm>
        </p:grpSpPr>
        <p:sp>
          <p:nvSpPr>
            <p:cNvPr id="15370" name="Freeform 11">
              <a:extLst>
                <a:ext uri="{FF2B5EF4-FFF2-40B4-BE49-F238E27FC236}">
                  <a16:creationId xmlns:a16="http://schemas.microsoft.com/office/drawing/2014/main" id="{37F6DADE-8E1C-BA24-0853-FA829A882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9097524" cy="11363027"/>
            </a:xfrm>
            <a:custGeom>
              <a:avLst/>
              <a:gdLst>
                <a:gd name="T0" fmla="*/ 0 w 19097524"/>
                <a:gd name="T1" fmla="*/ 0 h 11363027"/>
                <a:gd name="T2" fmla="*/ 19097524 w 19097524"/>
                <a:gd name="T3" fmla="*/ 0 h 11363027"/>
                <a:gd name="T4" fmla="*/ 19097524 w 19097524"/>
                <a:gd name="T5" fmla="*/ 11363027 h 11363027"/>
                <a:gd name="T6" fmla="*/ 0 w 19097524"/>
                <a:gd name="T7" fmla="*/ 11363027 h 11363027"/>
                <a:gd name="T8" fmla="*/ 0 w 19097524"/>
                <a:gd name="T9" fmla="*/ 0 h 113630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097524" h="11363027">
                  <a:moveTo>
                    <a:pt x="0" y="0"/>
                  </a:moveTo>
                  <a:lnTo>
                    <a:pt x="19097524" y="0"/>
                  </a:lnTo>
                  <a:lnTo>
                    <a:pt x="19097524" y="11363027"/>
                  </a:lnTo>
                  <a:lnTo>
                    <a:pt x="0" y="11363027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7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 sz="2160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A82205C-62BE-5BF7-AA60-3BF909FA96A5}"/>
                </a:ext>
              </a:extLst>
            </p:cNvPr>
            <p:cNvSpPr/>
            <p:nvPr/>
          </p:nvSpPr>
          <p:spPr>
            <a:xfrm>
              <a:off x="8264080" y="0"/>
              <a:ext cx="13376720" cy="11363027"/>
            </a:xfrm>
            <a:custGeom>
              <a:avLst/>
              <a:gdLst/>
              <a:ahLst/>
              <a:cxnLst/>
              <a:rect l="l" t="t" r="r" b="b"/>
              <a:pathLst>
                <a:path w="13376720" h="11363027">
                  <a:moveTo>
                    <a:pt x="0" y="0"/>
                  </a:moveTo>
                  <a:lnTo>
                    <a:pt x="13376720" y="0"/>
                  </a:lnTo>
                  <a:lnTo>
                    <a:pt x="13376720" y="11363027"/>
                  </a:lnTo>
                  <a:lnTo>
                    <a:pt x="0" y="113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766"/>
              </a:stretch>
            </a:blipFill>
          </p:spPr>
        </p:sp>
      </p:grpSp>
      <p:grpSp>
        <p:nvGrpSpPr>
          <p:cNvPr id="15364" name="Group 13">
            <a:extLst>
              <a:ext uri="{FF2B5EF4-FFF2-40B4-BE49-F238E27FC236}">
                <a16:creationId xmlns:a16="http://schemas.microsoft.com/office/drawing/2014/main" id="{267E742A-C09D-82FD-C3AC-339722A0B41E}"/>
              </a:ext>
            </a:extLst>
          </p:cNvPr>
          <p:cNvGrpSpPr>
            <a:grpSpLocks/>
          </p:cNvGrpSpPr>
          <p:nvPr/>
        </p:nvGrpSpPr>
        <p:grpSpPr bwMode="auto">
          <a:xfrm>
            <a:off x="10694670" y="520066"/>
            <a:ext cx="887730" cy="649604"/>
            <a:chOff x="0" y="0"/>
            <a:chExt cx="1973903" cy="1444552"/>
          </a:xfrm>
        </p:grpSpPr>
        <p:sp>
          <p:nvSpPr>
            <p:cNvPr id="15368" name="Freeform 14">
              <a:extLst>
                <a:ext uri="{FF2B5EF4-FFF2-40B4-BE49-F238E27FC236}">
                  <a16:creationId xmlns:a16="http://schemas.microsoft.com/office/drawing/2014/main" id="{6CE144B1-4030-F730-62CC-88490B8B0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50" y="0"/>
              <a:ext cx="1882153" cy="1444552"/>
            </a:xfrm>
            <a:custGeom>
              <a:avLst/>
              <a:gdLst>
                <a:gd name="T0" fmla="*/ 0 w 1882153"/>
                <a:gd name="T1" fmla="*/ 0 h 1444552"/>
                <a:gd name="T2" fmla="*/ 1882152 w 1882153"/>
                <a:gd name="T3" fmla="*/ 0 h 1444552"/>
                <a:gd name="T4" fmla="*/ 1882152 w 1882153"/>
                <a:gd name="T5" fmla="*/ 1444552 h 1444552"/>
                <a:gd name="T6" fmla="*/ 0 w 1882153"/>
                <a:gd name="T7" fmla="*/ 1444552 h 1444552"/>
                <a:gd name="T8" fmla="*/ 0 w 1882153"/>
                <a:gd name="T9" fmla="*/ 0 h 14445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82153" h="1444552">
                  <a:moveTo>
                    <a:pt x="0" y="0"/>
                  </a:moveTo>
                  <a:lnTo>
                    <a:pt x="1882152" y="0"/>
                  </a:lnTo>
                  <a:lnTo>
                    <a:pt x="1882152" y="1444552"/>
                  </a:lnTo>
                  <a:lnTo>
                    <a:pt x="0" y="1444552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8">
                <a:alphaModFix amt="66000"/>
              </a:blip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 sz="2160"/>
            </a:p>
          </p:txBody>
        </p:sp>
        <p:sp>
          <p:nvSpPr>
            <p:cNvPr id="15369" name="TextBox 15">
              <a:extLst>
                <a:ext uri="{FF2B5EF4-FFF2-40B4-BE49-F238E27FC236}">
                  <a16:creationId xmlns:a16="http://schemas.microsoft.com/office/drawing/2014/main" id="{DEF0BC27-2F11-981E-8A28-AE27744C5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60977"/>
              <a:ext cx="1702809" cy="1162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3990"/>
                </a:lnSpc>
              </a:pPr>
              <a:endParaRPr kumimoji="1" lang="en-US" altLang="en-VN" sz="4080" b="1">
                <a:solidFill>
                  <a:srgbClr val="004AAD"/>
                </a:solidFill>
                <a:latin typeface="Playpen Sans Bold" pitchFamily="2" charset="0"/>
                <a:ea typeface="黑体" panose="02010609060101010101" pitchFamily="49" charset="-122"/>
                <a:sym typeface="Playpen Sans Bold" pitchFamily="2" charset="0"/>
              </a:endParaRP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22BDC091-F05B-522A-83FF-DC1F426F937F}"/>
              </a:ext>
            </a:extLst>
          </p:cNvPr>
          <p:cNvSpPr/>
          <p:nvPr/>
        </p:nvSpPr>
        <p:spPr>
          <a:xfrm>
            <a:off x="2286000" y="520066"/>
            <a:ext cx="8025766" cy="5734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>
            <a:lvl1pPr marL="17145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07000"/>
              </a:lnSpc>
              <a:defRPr/>
            </a:pPr>
            <a:endParaRPr lang="vi-VN" altLang="en-VN" sz="288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78F1A2-0540-A746-75A9-E58BC9F1A808}"/>
              </a:ext>
            </a:extLst>
          </p:cNvPr>
          <p:cNvSpPr/>
          <p:nvPr/>
        </p:nvSpPr>
        <p:spPr bwMode="auto">
          <a:xfrm>
            <a:off x="1718310" y="4991100"/>
            <a:ext cx="3571876" cy="5410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82296" tIns="41148" rIns="82296" bIns="41148"/>
          <a:lstStyle>
            <a:lvl1pPr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defRPr/>
            </a:pPr>
            <a:endParaRPr kumimoji="0" lang="vi-VN" altLang="en-VN" sz="288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1DB56A-5333-569D-9CE3-C8AD9F47B438}"/>
              </a:ext>
            </a:extLst>
          </p:cNvPr>
          <p:cNvSpPr txBox="1"/>
          <p:nvPr/>
        </p:nvSpPr>
        <p:spPr>
          <a:xfrm>
            <a:off x="508796" y="592456"/>
            <a:ext cx="11174407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000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短文一 你会说吗</a:t>
            </a:r>
          </a:p>
          <a:p>
            <a:r>
              <a:rPr lang="vi-VN" altLang="zh-CN" sz="30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	</a:t>
            </a:r>
            <a:r>
              <a:rPr lang="zh-CN" altLang="en-US" sz="30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我来到中国以后，学会了买东西方面的一些习惯说法，了解这些说法，对学习汉语的外国学生来说是很有帮助的。这里，我举几个例子。比如，买东西问价格的时候，人们常说“多少钱一斤啊”或者“怎么卖呀”，而很少说“多少钱一公斤啊”。</a:t>
            </a:r>
          </a:p>
          <a:p>
            <a:r>
              <a:rPr lang="zh-CN" altLang="en-US" sz="30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再比如，卖东西的人问买东西的人要买什么的时候，常说“</a:t>
            </a:r>
            <a:r>
              <a:rPr lang="zh-CN" altLang="en-US" sz="3000" dirty="0">
                <a:solidFill>
                  <a:srgbClr val="FF0000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您想来点儿什么”</a:t>
            </a:r>
            <a:r>
              <a:rPr lang="zh-CN" altLang="en-US" sz="30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，而很少说“</a:t>
            </a:r>
            <a:r>
              <a:rPr lang="zh-CN" altLang="en-US" sz="3000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您想买点儿什么</a:t>
            </a:r>
            <a:r>
              <a:rPr lang="zh-CN" altLang="en-US" sz="30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”。买东西的人如果只买苹果，常说“</a:t>
            </a:r>
            <a:r>
              <a:rPr lang="zh-CN" altLang="en-US" sz="3000" dirty="0">
                <a:solidFill>
                  <a:srgbClr val="C00000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来点儿苹果吧</a:t>
            </a:r>
            <a:r>
              <a:rPr lang="zh-CN" altLang="en-US" sz="30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”，而很少说“</a:t>
            </a:r>
            <a:r>
              <a:rPr lang="zh-CN" altLang="en-US" sz="3000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买点儿苹果吧</a:t>
            </a:r>
            <a:r>
              <a:rPr lang="zh-CN" altLang="en-US" sz="30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”；如果买东西的人想买苹果，也想买香蕉，常说“</a:t>
            </a:r>
            <a:r>
              <a:rPr lang="zh-CN" altLang="en-US" sz="3000" dirty="0">
                <a:solidFill>
                  <a:srgbClr val="C00000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一样来多少多少斤</a:t>
            </a:r>
            <a:r>
              <a:rPr lang="zh-CN" altLang="en-US" sz="30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”，而很少说“</a:t>
            </a:r>
            <a:r>
              <a:rPr lang="zh-CN" altLang="en-US" sz="3000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每种买多少多少斤</a:t>
            </a:r>
            <a:r>
              <a:rPr lang="zh-CN" altLang="en-US" sz="30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”。怎么样？这些习惯说法你会说吗？</a:t>
            </a:r>
          </a:p>
        </p:txBody>
      </p:sp>
      <p:pic>
        <p:nvPicPr>
          <p:cNvPr id="2" name="9-6-1.mp3">
            <a:hlinkClick r:id="" action="ppaction://media"/>
            <a:extLst>
              <a:ext uri="{FF2B5EF4-FFF2-40B4-BE49-F238E27FC236}">
                <a16:creationId xmlns:a16="http://schemas.microsoft.com/office/drawing/2014/main" id="{126B1E6A-8F48-0F96-9EB7-26DE5AFF10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0724924" y="5462509"/>
            <a:ext cx="812800" cy="812800"/>
          </a:xfrm>
          <a:prstGeom prst="rect">
            <a:avLst/>
          </a:prstGeom>
          <a:solidFill>
            <a:schemeClr val="accent2"/>
          </a:solidFill>
        </p:spPr>
      </p:pic>
    </p:spTree>
    <p:extLst>
      <p:ext uri="{BB962C8B-B14F-4D97-AF65-F5344CB8AC3E}">
        <p14:creationId xmlns:p14="http://schemas.microsoft.com/office/powerpoint/2010/main" val="511087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557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1" name="Group 2">
            <a:extLst>
              <a:ext uri="{FF2B5EF4-FFF2-40B4-BE49-F238E27FC236}">
                <a16:creationId xmlns:a16="http://schemas.microsoft.com/office/drawing/2014/main" id="{199FB602-7CA2-A648-DE0D-0525320587C3}"/>
              </a:ext>
            </a:extLst>
          </p:cNvPr>
          <p:cNvGrpSpPr>
            <a:grpSpLocks/>
          </p:cNvGrpSpPr>
          <p:nvPr/>
        </p:nvGrpSpPr>
        <p:grpSpPr bwMode="auto">
          <a:xfrm>
            <a:off x="653416" y="299086"/>
            <a:ext cx="10928984" cy="6216014"/>
            <a:chOff x="0" y="0"/>
            <a:chExt cx="24287621" cy="1381278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3F0427D-4F3E-A1DC-124F-07B17F27D99D}"/>
                </a:ext>
              </a:extLst>
            </p:cNvPr>
            <p:cNvSpPr/>
            <p:nvPr/>
          </p:nvSpPr>
          <p:spPr>
            <a:xfrm>
              <a:off x="0" y="0"/>
              <a:ext cx="12180973" cy="13812786"/>
            </a:xfrm>
            <a:custGeom>
              <a:avLst/>
              <a:gdLst/>
              <a:ahLst/>
              <a:cxnLst/>
              <a:rect l="l" t="t" r="r" b="b"/>
              <a:pathLst>
                <a:path w="12180973" h="13812786">
                  <a:moveTo>
                    <a:pt x="0" y="0"/>
                  </a:moveTo>
                  <a:lnTo>
                    <a:pt x="12180973" y="0"/>
                  </a:lnTo>
                  <a:lnTo>
                    <a:pt x="12180973" y="13812786"/>
                  </a:lnTo>
                  <a:lnTo>
                    <a:pt x="0" y="1381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7850"/>
              </a:blip>
              <a:stretch>
                <a:fillRect l="-13396"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4F6E5C0-23C5-9CE4-9EEF-2964FC28F084}"/>
                </a:ext>
              </a:extLst>
            </p:cNvPr>
            <p:cNvSpPr/>
            <p:nvPr/>
          </p:nvSpPr>
          <p:spPr>
            <a:xfrm>
              <a:off x="12180973" y="0"/>
              <a:ext cx="12106648" cy="13812786"/>
            </a:xfrm>
            <a:custGeom>
              <a:avLst/>
              <a:gdLst/>
              <a:ahLst/>
              <a:cxnLst/>
              <a:rect l="l" t="t" r="r" b="b"/>
              <a:pathLst>
                <a:path w="12106648" h="13812786">
                  <a:moveTo>
                    <a:pt x="0" y="0"/>
                  </a:moveTo>
                  <a:lnTo>
                    <a:pt x="12106648" y="0"/>
                  </a:lnTo>
                  <a:lnTo>
                    <a:pt x="12106648" y="13812786"/>
                  </a:lnTo>
                  <a:lnTo>
                    <a:pt x="0" y="1381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7850"/>
              </a:blip>
              <a:stretch>
                <a:fillRect r="-14092"/>
              </a:stretch>
            </a:blipFill>
          </p:spPr>
        </p:sp>
      </p:grpSp>
      <p:grpSp>
        <p:nvGrpSpPr>
          <p:cNvPr id="15362" name="Group 5">
            <a:extLst>
              <a:ext uri="{FF2B5EF4-FFF2-40B4-BE49-F238E27FC236}">
                <a16:creationId xmlns:a16="http://schemas.microsoft.com/office/drawing/2014/main" id="{F0481D9F-85C8-FFEB-EC68-3EDED127D35D}"/>
              </a:ext>
            </a:extLst>
          </p:cNvPr>
          <p:cNvGrpSpPr>
            <a:grpSpLocks/>
          </p:cNvGrpSpPr>
          <p:nvPr/>
        </p:nvGrpSpPr>
        <p:grpSpPr bwMode="auto">
          <a:xfrm>
            <a:off x="1203960" y="5888356"/>
            <a:ext cx="9850756" cy="899160"/>
            <a:chOff x="0" y="0"/>
            <a:chExt cx="31776939" cy="49472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BE7DD73-FC4E-E149-4221-36CDD2B9DE6B}"/>
                </a:ext>
              </a:extLst>
            </p:cNvPr>
            <p:cNvSpPr/>
            <p:nvPr/>
          </p:nvSpPr>
          <p:spPr>
            <a:xfrm>
              <a:off x="0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1" y="0"/>
                  </a:lnTo>
                  <a:lnTo>
                    <a:pt x="10427561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013151B-7B31-5A78-FFAA-F1C52AACFB77}"/>
                </a:ext>
              </a:extLst>
            </p:cNvPr>
            <p:cNvSpPr/>
            <p:nvPr/>
          </p:nvSpPr>
          <p:spPr>
            <a:xfrm>
              <a:off x="10674689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1" y="0"/>
                  </a:lnTo>
                  <a:lnTo>
                    <a:pt x="10427561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E395E60-77E7-A04F-1E77-2ADE6FC5F7B1}"/>
                </a:ext>
              </a:extLst>
            </p:cNvPr>
            <p:cNvSpPr/>
            <p:nvPr/>
          </p:nvSpPr>
          <p:spPr>
            <a:xfrm>
              <a:off x="21349377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2" y="0"/>
                  </a:lnTo>
                  <a:lnTo>
                    <a:pt x="10427562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</p:grpSp>
      <p:grpSp>
        <p:nvGrpSpPr>
          <p:cNvPr id="15363" name="Group 10">
            <a:extLst>
              <a:ext uri="{FF2B5EF4-FFF2-40B4-BE49-F238E27FC236}">
                <a16:creationId xmlns:a16="http://schemas.microsoft.com/office/drawing/2014/main" id="{519140A6-9029-46F0-B08B-82D07D0D31DB}"/>
              </a:ext>
            </a:extLst>
          </p:cNvPr>
          <p:cNvGrpSpPr>
            <a:grpSpLocks/>
          </p:cNvGrpSpPr>
          <p:nvPr/>
        </p:nvGrpSpPr>
        <p:grpSpPr bwMode="auto">
          <a:xfrm>
            <a:off x="0" y="137160"/>
            <a:ext cx="12100956" cy="6650356"/>
            <a:chOff x="0" y="0"/>
            <a:chExt cx="21640800" cy="11363027"/>
          </a:xfrm>
        </p:grpSpPr>
        <p:sp>
          <p:nvSpPr>
            <p:cNvPr id="15370" name="Freeform 11">
              <a:extLst>
                <a:ext uri="{FF2B5EF4-FFF2-40B4-BE49-F238E27FC236}">
                  <a16:creationId xmlns:a16="http://schemas.microsoft.com/office/drawing/2014/main" id="{37F6DADE-8E1C-BA24-0853-FA829A882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9097524" cy="11363027"/>
            </a:xfrm>
            <a:custGeom>
              <a:avLst/>
              <a:gdLst>
                <a:gd name="T0" fmla="*/ 0 w 19097524"/>
                <a:gd name="T1" fmla="*/ 0 h 11363027"/>
                <a:gd name="T2" fmla="*/ 19097524 w 19097524"/>
                <a:gd name="T3" fmla="*/ 0 h 11363027"/>
                <a:gd name="T4" fmla="*/ 19097524 w 19097524"/>
                <a:gd name="T5" fmla="*/ 11363027 h 11363027"/>
                <a:gd name="T6" fmla="*/ 0 w 19097524"/>
                <a:gd name="T7" fmla="*/ 11363027 h 11363027"/>
                <a:gd name="T8" fmla="*/ 0 w 19097524"/>
                <a:gd name="T9" fmla="*/ 0 h 113630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097524" h="11363027">
                  <a:moveTo>
                    <a:pt x="0" y="0"/>
                  </a:moveTo>
                  <a:lnTo>
                    <a:pt x="19097524" y="0"/>
                  </a:lnTo>
                  <a:lnTo>
                    <a:pt x="19097524" y="11363027"/>
                  </a:lnTo>
                  <a:lnTo>
                    <a:pt x="0" y="11363027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7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 sz="2160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A82205C-62BE-5BF7-AA60-3BF909FA96A5}"/>
                </a:ext>
              </a:extLst>
            </p:cNvPr>
            <p:cNvSpPr/>
            <p:nvPr/>
          </p:nvSpPr>
          <p:spPr>
            <a:xfrm>
              <a:off x="8264080" y="0"/>
              <a:ext cx="13376720" cy="11363027"/>
            </a:xfrm>
            <a:custGeom>
              <a:avLst/>
              <a:gdLst/>
              <a:ahLst/>
              <a:cxnLst/>
              <a:rect l="l" t="t" r="r" b="b"/>
              <a:pathLst>
                <a:path w="13376720" h="11363027">
                  <a:moveTo>
                    <a:pt x="0" y="0"/>
                  </a:moveTo>
                  <a:lnTo>
                    <a:pt x="13376720" y="0"/>
                  </a:lnTo>
                  <a:lnTo>
                    <a:pt x="13376720" y="11363027"/>
                  </a:lnTo>
                  <a:lnTo>
                    <a:pt x="0" y="113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766"/>
              </a:stretch>
            </a:blipFill>
          </p:spPr>
        </p:sp>
      </p:grpSp>
      <p:grpSp>
        <p:nvGrpSpPr>
          <p:cNvPr id="15364" name="Group 13">
            <a:extLst>
              <a:ext uri="{FF2B5EF4-FFF2-40B4-BE49-F238E27FC236}">
                <a16:creationId xmlns:a16="http://schemas.microsoft.com/office/drawing/2014/main" id="{267E742A-C09D-82FD-C3AC-339722A0B41E}"/>
              </a:ext>
            </a:extLst>
          </p:cNvPr>
          <p:cNvGrpSpPr>
            <a:grpSpLocks/>
          </p:cNvGrpSpPr>
          <p:nvPr/>
        </p:nvGrpSpPr>
        <p:grpSpPr bwMode="auto">
          <a:xfrm>
            <a:off x="10694670" y="520066"/>
            <a:ext cx="887730" cy="649604"/>
            <a:chOff x="0" y="0"/>
            <a:chExt cx="1973903" cy="1444552"/>
          </a:xfrm>
        </p:grpSpPr>
        <p:sp>
          <p:nvSpPr>
            <p:cNvPr id="15368" name="Freeform 14">
              <a:extLst>
                <a:ext uri="{FF2B5EF4-FFF2-40B4-BE49-F238E27FC236}">
                  <a16:creationId xmlns:a16="http://schemas.microsoft.com/office/drawing/2014/main" id="{6CE144B1-4030-F730-62CC-88490B8B0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50" y="0"/>
              <a:ext cx="1882153" cy="1444552"/>
            </a:xfrm>
            <a:custGeom>
              <a:avLst/>
              <a:gdLst>
                <a:gd name="T0" fmla="*/ 0 w 1882153"/>
                <a:gd name="T1" fmla="*/ 0 h 1444552"/>
                <a:gd name="T2" fmla="*/ 1882152 w 1882153"/>
                <a:gd name="T3" fmla="*/ 0 h 1444552"/>
                <a:gd name="T4" fmla="*/ 1882152 w 1882153"/>
                <a:gd name="T5" fmla="*/ 1444552 h 1444552"/>
                <a:gd name="T6" fmla="*/ 0 w 1882153"/>
                <a:gd name="T7" fmla="*/ 1444552 h 1444552"/>
                <a:gd name="T8" fmla="*/ 0 w 1882153"/>
                <a:gd name="T9" fmla="*/ 0 h 14445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82153" h="1444552">
                  <a:moveTo>
                    <a:pt x="0" y="0"/>
                  </a:moveTo>
                  <a:lnTo>
                    <a:pt x="1882152" y="0"/>
                  </a:lnTo>
                  <a:lnTo>
                    <a:pt x="1882152" y="1444552"/>
                  </a:lnTo>
                  <a:lnTo>
                    <a:pt x="0" y="1444552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8">
                <a:alphaModFix amt="66000"/>
              </a:blip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 sz="2160"/>
            </a:p>
          </p:txBody>
        </p:sp>
        <p:sp>
          <p:nvSpPr>
            <p:cNvPr id="15369" name="TextBox 15">
              <a:extLst>
                <a:ext uri="{FF2B5EF4-FFF2-40B4-BE49-F238E27FC236}">
                  <a16:creationId xmlns:a16="http://schemas.microsoft.com/office/drawing/2014/main" id="{DEF0BC27-2F11-981E-8A28-AE27744C5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60977"/>
              <a:ext cx="1702809" cy="1162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3990"/>
                </a:lnSpc>
              </a:pPr>
              <a:endParaRPr kumimoji="1" lang="en-US" altLang="en-VN" sz="4080" b="1">
                <a:solidFill>
                  <a:srgbClr val="004AAD"/>
                </a:solidFill>
                <a:latin typeface="Playpen Sans Bold" pitchFamily="2" charset="0"/>
                <a:ea typeface="黑体" panose="02010609060101010101" pitchFamily="49" charset="-122"/>
                <a:sym typeface="Playpen Sans Bold" pitchFamily="2" charset="0"/>
              </a:endParaRP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22BDC091-F05B-522A-83FF-DC1F426F937F}"/>
              </a:ext>
            </a:extLst>
          </p:cNvPr>
          <p:cNvSpPr/>
          <p:nvPr/>
        </p:nvSpPr>
        <p:spPr>
          <a:xfrm>
            <a:off x="2286000" y="520066"/>
            <a:ext cx="8025766" cy="5734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>
            <a:lvl1pPr marL="17145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07000"/>
              </a:lnSpc>
              <a:defRPr/>
            </a:pPr>
            <a:endParaRPr lang="vi-VN" altLang="en-VN" sz="288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78F1A2-0540-A746-75A9-E58BC9F1A808}"/>
              </a:ext>
            </a:extLst>
          </p:cNvPr>
          <p:cNvSpPr/>
          <p:nvPr/>
        </p:nvSpPr>
        <p:spPr bwMode="auto">
          <a:xfrm>
            <a:off x="1718310" y="4991100"/>
            <a:ext cx="3571876" cy="5410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82296" tIns="41148" rIns="82296" bIns="41148"/>
          <a:lstStyle>
            <a:lvl1pPr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defRPr/>
            </a:pPr>
            <a:endParaRPr kumimoji="0" lang="vi-VN" altLang="en-VN" sz="288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B1E389-DF95-ADEE-E6FC-A0312E1675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6907" y="520066"/>
            <a:ext cx="8538336" cy="5817867"/>
          </a:xfrm>
          <a:prstGeom prst="rect">
            <a:avLst/>
          </a:prstGeom>
        </p:spPr>
      </p:pic>
      <p:sp>
        <p:nvSpPr>
          <p:cNvPr id="15" name="心形 8">
            <a:extLst>
              <a:ext uri="{FF2B5EF4-FFF2-40B4-BE49-F238E27FC236}">
                <a16:creationId xmlns:a16="http://schemas.microsoft.com/office/drawing/2014/main" id="{3B8692D8-C6F6-6A60-6648-F22D6B274AEF}"/>
              </a:ext>
            </a:extLst>
          </p:cNvPr>
          <p:cNvSpPr/>
          <p:nvPr/>
        </p:nvSpPr>
        <p:spPr>
          <a:xfrm>
            <a:off x="8087872" y="4206358"/>
            <a:ext cx="414337" cy="384175"/>
          </a:xfrm>
          <a:prstGeom prst="hear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200" dirty="0">
                <a:solidFill>
                  <a:srgbClr val="FF0000"/>
                </a:solidFill>
                <a:sym typeface="+mn-ea"/>
              </a:rPr>
              <a:t>✔</a:t>
            </a:r>
          </a:p>
        </p:txBody>
      </p:sp>
      <p:sp>
        <p:nvSpPr>
          <p:cNvPr id="16" name="心形 1">
            <a:extLst>
              <a:ext uri="{FF2B5EF4-FFF2-40B4-BE49-F238E27FC236}">
                <a16:creationId xmlns:a16="http://schemas.microsoft.com/office/drawing/2014/main" id="{E80172CB-7C30-F908-755F-E6AC5D6B6CB7}"/>
              </a:ext>
            </a:extLst>
          </p:cNvPr>
          <p:cNvSpPr/>
          <p:nvPr/>
        </p:nvSpPr>
        <p:spPr>
          <a:xfrm>
            <a:off x="8050582" y="4629805"/>
            <a:ext cx="419100" cy="296863"/>
          </a:xfrm>
          <a:prstGeom prst="hear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200" dirty="0">
                <a:solidFill>
                  <a:srgbClr val="FF0000"/>
                </a:solidFill>
                <a:sym typeface="+mn-ea"/>
              </a:rPr>
              <a:t>✘</a:t>
            </a:r>
          </a:p>
        </p:txBody>
      </p:sp>
      <p:sp>
        <p:nvSpPr>
          <p:cNvPr id="17" name="心形 1">
            <a:extLst>
              <a:ext uri="{FF2B5EF4-FFF2-40B4-BE49-F238E27FC236}">
                <a16:creationId xmlns:a16="http://schemas.microsoft.com/office/drawing/2014/main" id="{F13FD529-D32B-7666-C683-2DE763C1AE71}"/>
              </a:ext>
            </a:extLst>
          </p:cNvPr>
          <p:cNvSpPr/>
          <p:nvPr/>
        </p:nvSpPr>
        <p:spPr>
          <a:xfrm>
            <a:off x="8083109" y="5888356"/>
            <a:ext cx="419100" cy="296863"/>
          </a:xfrm>
          <a:prstGeom prst="hear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200" dirty="0">
                <a:solidFill>
                  <a:srgbClr val="FF0000"/>
                </a:solidFill>
                <a:sym typeface="+mn-ea"/>
              </a:rPr>
              <a:t>✘</a:t>
            </a:r>
          </a:p>
        </p:txBody>
      </p:sp>
      <p:sp>
        <p:nvSpPr>
          <p:cNvPr id="18" name="心形 8">
            <a:extLst>
              <a:ext uri="{FF2B5EF4-FFF2-40B4-BE49-F238E27FC236}">
                <a16:creationId xmlns:a16="http://schemas.microsoft.com/office/drawing/2014/main" id="{DA36624E-0514-6B36-EF0C-4A183662AF9B}"/>
              </a:ext>
            </a:extLst>
          </p:cNvPr>
          <p:cNvSpPr/>
          <p:nvPr/>
        </p:nvSpPr>
        <p:spPr>
          <a:xfrm>
            <a:off x="8095747" y="5071469"/>
            <a:ext cx="414337" cy="384175"/>
          </a:xfrm>
          <a:prstGeom prst="hear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200" dirty="0">
                <a:solidFill>
                  <a:srgbClr val="FF0000"/>
                </a:solidFill>
                <a:sym typeface="+mn-ea"/>
              </a:rPr>
              <a:t>✔</a:t>
            </a:r>
          </a:p>
        </p:txBody>
      </p:sp>
      <p:sp>
        <p:nvSpPr>
          <p:cNvPr id="19" name="心形 8">
            <a:extLst>
              <a:ext uri="{FF2B5EF4-FFF2-40B4-BE49-F238E27FC236}">
                <a16:creationId xmlns:a16="http://schemas.microsoft.com/office/drawing/2014/main" id="{B53AB3BB-F11D-4F37-7BEB-C68AB84D4E45}"/>
              </a:ext>
            </a:extLst>
          </p:cNvPr>
          <p:cNvSpPr/>
          <p:nvPr/>
        </p:nvSpPr>
        <p:spPr>
          <a:xfrm>
            <a:off x="8085490" y="5479912"/>
            <a:ext cx="414337" cy="384175"/>
          </a:xfrm>
          <a:prstGeom prst="hear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200" dirty="0">
                <a:solidFill>
                  <a:srgbClr val="FF0000"/>
                </a:solidFill>
                <a:sym typeface="+mn-ea"/>
              </a:rPr>
              <a:t>✔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974436-0523-51FD-0BA0-84A009A593A5}"/>
              </a:ext>
            </a:extLst>
          </p:cNvPr>
          <p:cNvSpPr txBox="1"/>
          <p:nvPr/>
        </p:nvSpPr>
        <p:spPr>
          <a:xfrm>
            <a:off x="5339411" y="1753813"/>
            <a:ext cx="6946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1.</a:t>
            </a:r>
            <a:r>
              <a:rPr lang="zh-CN" altLang="en-US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在“我们”国家的农贸市场买鸡蛋，一般怎么问价格？（</a:t>
            </a:r>
            <a:r>
              <a:rPr lang="en-US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A）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3371F2-6FCF-D302-F2C6-AFEE210C91D8}"/>
              </a:ext>
            </a:extLst>
          </p:cNvPr>
          <p:cNvSpPr txBox="1"/>
          <p:nvPr/>
        </p:nvSpPr>
        <p:spPr>
          <a:xfrm>
            <a:off x="5592505" y="2215101"/>
            <a:ext cx="6145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2.</a:t>
            </a:r>
            <a:r>
              <a:rPr lang="zh-CN" altLang="en-US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在中国农贸市场买鸡蛋，一般怎么问价格？（</a:t>
            </a:r>
            <a:r>
              <a:rPr lang="en-US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A）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D85B10-ABB3-810F-5F14-8733A0DD4229}"/>
              </a:ext>
            </a:extLst>
          </p:cNvPr>
          <p:cNvSpPr txBox="1"/>
          <p:nvPr/>
        </p:nvSpPr>
        <p:spPr>
          <a:xfrm>
            <a:off x="5603398" y="2731825"/>
            <a:ext cx="6359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3. “</a:t>
            </a:r>
            <a:r>
              <a:rPr lang="zh-CN" altLang="en-US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我”买了多少鸡蛋？（</a:t>
            </a:r>
            <a:r>
              <a:rPr lang="en-US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A）</a:t>
            </a:r>
          </a:p>
        </p:txBody>
      </p:sp>
      <p:pic>
        <p:nvPicPr>
          <p:cNvPr id="5" name="9-6-2.mp3">
            <a:hlinkClick r:id="" action="ppaction://media"/>
            <a:extLst>
              <a:ext uri="{FF2B5EF4-FFF2-40B4-BE49-F238E27FC236}">
                <a16:creationId xmlns:a16="http://schemas.microsoft.com/office/drawing/2014/main" id="{6DF51694-6FCC-09A1-EC90-1976580BDF7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0671175" y="-30213"/>
            <a:ext cx="812800" cy="812800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5E7218-5CFC-DE4C-C278-499F1D779E5D}"/>
              </a:ext>
            </a:extLst>
          </p:cNvPr>
          <p:cNvSpPr txBox="1"/>
          <p:nvPr/>
        </p:nvSpPr>
        <p:spPr>
          <a:xfrm>
            <a:off x="8790269" y="4106738"/>
            <a:ext cx="21592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zh-CN" altLang="en-US" b="0" i="0" dirty="0">
                <a:effectLst/>
                <a:latin typeface="Segoe UI" panose="020B0502040204020203" pitchFamily="34" charset="0"/>
              </a:rPr>
              <a:t>价线 </a:t>
            </a:r>
            <a:r>
              <a:rPr lang="en-US" altLang="zh-CN" b="0" i="0" dirty="0">
                <a:effectLst/>
                <a:latin typeface="Segoe UI" panose="020B0502040204020203" pitchFamily="34" charset="0"/>
              </a:rPr>
              <a:t>= </a:t>
            </a:r>
            <a:r>
              <a:rPr lang="vi-VN" b="0" i="0" dirty="0">
                <a:solidFill>
                  <a:srgbClr val="0000FF"/>
                </a:solidFill>
                <a:effectLst/>
                <a:latin typeface="Segoe UI" panose="020B0502040204020203" pitchFamily="34" charset="0"/>
              </a:rPr>
              <a:t>đường giá </a:t>
            </a:r>
            <a:r>
              <a:rPr lang="vi-VN" b="0" i="0" dirty="0">
                <a:effectLst/>
                <a:latin typeface="Segoe UI" panose="020B0502040204020203" pitchFamily="34" charset="0"/>
              </a:rPr>
              <a:t>cách nói về giá tiền  价格</a:t>
            </a:r>
          </a:p>
        </p:txBody>
      </p:sp>
    </p:spTree>
    <p:extLst>
      <p:ext uri="{BB962C8B-B14F-4D97-AF65-F5344CB8AC3E}">
        <p14:creationId xmlns:p14="http://schemas.microsoft.com/office/powerpoint/2010/main" val="2894572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2" dur="15349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2" grpId="0"/>
      <p:bldP spid="24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1" name="Group 2">
            <a:extLst>
              <a:ext uri="{FF2B5EF4-FFF2-40B4-BE49-F238E27FC236}">
                <a16:creationId xmlns:a16="http://schemas.microsoft.com/office/drawing/2014/main" id="{199FB602-7CA2-A648-DE0D-0525320587C3}"/>
              </a:ext>
            </a:extLst>
          </p:cNvPr>
          <p:cNvGrpSpPr>
            <a:grpSpLocks/>
          </p:cNvGrpSpPr>
          <p:nvPr/>
        </p:nvGrpSpPr>
        <p:grpSpPr bwMode="auto">
          <a:xfrm>
            <a:off x="653416" y="299086"/>
            <a:ext cx="10928984" cy="6216014"/>
            <a:chOff x="0" y="0"/>
            <a:chExt cx="24287621" cy="1381278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3F0427D-4F3E-A1DC-124F-07B17F27D99D}"/>
                </a:ext>
              </a:extLst>
            </p:cNvPr>
            <p:cNvSpPr/>
            <p:nvPr/>
          </p:nvSpPr>
          <p:spPr>
            <a:xfrm>
              <a:off x="0" y="0"/>
              <a:ext cx="12180973" cy="13812786"/>
            </a:xfrm>
            <a:custGeom>
              <a:avLst/>
              <a:gdLst/>
              <a:ahLst/>
              <a:cxnLst/>
              <a:rect l="l" t="t" r="r" b="b"/>
              <a:pathLst>
                <a:path w="12180973" h="13812786">
                  <a:moveTo>
                    <a:pt x="0" y="0"/>
                  </a:moveTo>
                  <a:lnTo>
                    <a:pt x="12180973" y="0"/>
                  </a:lnTo>
                  <a:lnTo>
                    <a:pt x="12180973" y="13812786"/>
                  </a:lnTo>
                  <a:lnTo>
                    <a:pt x="0" y="1381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7850"/>
              </a:blip>
              <a:stretch>
                <a:fillRect l="-13396"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4F6E5C0-23C5-9CE4-9EEF-2964FC28F084}"/>
                </a:ext>
              </a:extLst>
            </p:cNvPr>
            <p:cNvSpPr/>
            <p:nvPr/>
          </p:nvSpPr>
          <p:spPr>
            <a:xfrm>
              <a:off x="12180973" y="0"/>
              <a:ext cx="12106648" cy="13812786"/>
            </a:xfrm>
            <a:custGeom>
              <a:avLst/>
              <a:gdLst/>
              <a:ahLst/>
              <a:cxnLst/>
              <a:rect l="l" t="t" r="r" b="b"/>
              <a:pathLst>
                <a:path w="12106648" h="13812786">
                  <a:moveTo>
                    <a:pt x="0" y="0"/>
                  </a:moveTo>
                  <a:lnTo>
                    <a:pt x="12106648" y="0"/>
                  </a:lnTo>
                  <a:lnTo>
                    <a:pt x="12106648" y="13812786"/>
                  </a:lnTo>
                  <a:lnTo>
                    <a:pt x="0" y="1381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7850"/>
              </a:blip>
              <a:stretch>
                <a:fillRect r="-14092"/>
              </a:stretch>
            </a:blipFill>
          </p:spPr>
        </p:sp>
      </p:grpSp>
      <p:grpSp>
        <p:nvGrpSpPr>
          <p:cNvPr id="15362" name="Group 5">
            <a:extLst>
              <a:ext uri="{FF2B5EF4-FFF2-40B4-BE49-F238E27FC236}">
                <a16:creationId xmlns:a16="http://schemas.microsoft.com/office/drawing/2014/main" id="{F0481D9F-85C8-FFEB-EC68-3EDED127D35D}"/>
              </a:ext>
            </a:extLst>
          </p:cNvPr>
          <p:cNvGrpSpPr>
            <a:grpSpLocks/>
          </p:cNvGrpSpPr>
          <p:nvPr/>
        </p:nvGrpSpPr>
        <p:grpSpPr bwMode="auto">
          <a:xfrm>
            <a:off x="1203960" y="5888356"/>
            <a:ext cx="9850756" cy="899160"/>
            <a:chOff x="0" y="0"/>
            <a:chExt cx="31776939" cy="49472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BE7DD73-FC4E-E149-4221-36CDD2B9DE6B}"/>
                </a:ext>
              </a:extLst>
            </p:cNvPr>
            <p:cNvSpPr/>
            <p:nvPr/>
          </p:nvSpPr>
          <p:spPr>
            <a:xfrm>
              <a:off x="0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1" y="0"/>
                  </a:lnTo>
                  <a:lnTo>
                    <a:pt x="10427561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013151B-7B31-5A78-FFAA-F1C52AACFB77}"/>
                </a:ext>
              </a:extLst>
            </p:cNvPr>
            <p:cNvSpPr/>
            <p:nvPr/>
          </p:nvSpPr>
          <p:spPr>
            <a:xfrm>
              <a:off x="10674689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1" y="0"/>
                  </a:lnTo>
                  <a:lnTo>
                    <a:pt x="10427561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E395E60-77E7-A04F-1E77-2ADE6FC5F7B1}"/>
                </a:ext>
              </a:extLst>
            </p:cNvPr>
            <p:cNvSpPr/>
            <p:nvPr/>
          </p:nvSpPr>
          <p:spPr>
            <a:xfrm>
              <a:off x="21349377" y="0"/>
              <a:ext cx="10427561" cy="494729"/>
            </a:xfrm>
            <a:custGeom>
              <a:avLst/>
              <a:gdLst/>
              <a:ahLst/>
              <a:cxnLst/>
              <a:rect l="l" t="t" r="r" b="b"/>
              <a:pathLst>
                <a:path w="10427561" h="494729">
                  <a:moveTo>
                    <a:pt x="0" y="0"/>
                  </a:moveTo>
                  <a:lnTo>
                    <a:pt x="10427562" y="0"/>
                  </a:lnTo>
                  <a:lnTo>
                    <a:pt x="10427562" y="494729"/>
                  </a:lnTo>
                  <a:lnTo>
                    <a:pt x="0" y="494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85599"/>
              </a:stretch>
            </a:blipFill>
          </p:spPr>
        </p:sp>
      </p:grpSp>
      <p:grpSp>
        <p:nvGrpSpPr>
          <p:cNvPr id="15363" name="Group 10">
            <a:extLst>
              <a:ext uri="{FF2B5EF4-FFF2-40B4-BE49-F238E27FC236}">
                <a16:creationId xmlns:a16="http://schemas.microsoft.com/office/drawing/2014/main" id="{519140A6-9029-46F0-B08B-82D07D0D31DB}"/>
              </a:ext>
            </a:extLst>
          </p:cNvPr>
          <p:cNvGrpSpPr>
            <a:grpSpLocks/>
          </p:cNvGrpSpPr>
          <p:nvPr/>
        </p:nvGrpSpPr>
        <p:grpSpPr bwMode="auto">
          <a:xfrm>
            <a:off x="78860" y="262864"/>
            <a:ext cx="12100956" cy="6650356"/>
            <a:chOff x="0" y="0"/>
            <a:chExt cx="21640800" cy="11363027"/>
          </a:xfrm>
        </p:grpSpPr>
        <p:sp>
          <p:nvSpPr>
            <p:cNvPr id="15370" name="Freeform 11">
              <a:extLst>
                <a:ext uri="{FF2B5EF4-FFF2-40B4-BE49-F238E27FC236}">
                  <a16:creationId xmlns:a16="http://schemas.microsoft.com/office/drawing/2014/main" id="{37F6DADE-8E1C-BA24-0853-FA829A882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9097524" cy="11363027"/>
            </a:xfrm>
            <a:custGeom>
              <a:avLst/>
              <a:gdLst>
                <a:gd name="T0" fmla="*/ 0 w 19097524"/>
                <a:gd name="T1" fmla="*/ 0 h 11363027"/>
                <a:gd name="T2" fmla="*/ 19097524 w 19097524"/>
                <a:gd name="T3" fmla="*/ 0 h 11363027"/>
                <a:gd name="T4" fmla="*/ 19097524 w 19097524"/>
                <a:gd name="T5" fmla="*/ 11363027 h 11363027"/>
                <a:gd name="T6" fmla="*/ 0 w 19097524"/>
                <a:gd name="T7" fmla="*/ 11363027 h 11363027"/>
                <a:gd name="T8" fmla="*/ 0 w 19097524"/>
                <a:gd name="T9" fmla="*/ 0 h 113630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097524" h="11363027">
                  <a:moveTo>
                    <a:pt x="0" y="0"/>
                  </a:moveTo>
                  <a:lnTo>
                    <a:pt x="19097524" y="0"/>
                  </a:lnTo>
                  <a:lnTo>
                    <a:pt x="19097524" y="11363027"/>
                  </a:lnTo>
                  <a:lnTo>
                    <a:pt x="0" y="11363027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7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 sz="2160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A82205C-62BE-5BF7-AA60-3BF909FA96A5}"/>
                </a:ext>
              </a:extLst>
            </p:cNvPr>
            <p:cNvSpPr/>
            <p:nvPr/>
          </p:nvSpPr>
          <p:spPr>
            <a:xfrm>
              <a:off x="8264080" y="0"/>
              <a:ext cx="13376720" cy="11363027"/>
            </a:xfrm>
            <a:custGeom>
              <a:avLst/>
              <a:gdLst/>
              <a:ahLst/>
              <a:cxnLst/>
              <a:rect l="l" t="t" r="r" b="b"/>
              <a:pathLst>
                <a:path w="13376720" h="11363027">
                  <a:moveTo>
                    <a:pt x="0" y="0"/>
                  </a:moveTo>
                  <a:lnTo>
                    <a:pt x="13376720" y="0"/>
                  </a:lnTo>
                  <a:lnTo>
                    <a:pt x="13376720" y="11363027"/>
                  </a:lnTo>
                  <a:lnTo>
                    <a:pt x="0" y="113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766"/>
              </a:stretch>
            </a:blipFill>
          </p:spPr>
        </p:sp>
      </p:grpSp>
      <p:grpSp>
        <p:nvGrpSpPr>
          <p:cNvPr id="15364" name="Group 13">
            <a:extLst>
              <a:ext uri="{FF2B5EF4-FFF2-40B4-BE49-F238E27FC236}">
                <a16:creationId xmlns:a16="http://schemas.microsoft.com/office/drawing/2014/main" id="{267E742A-C09D-82FD-C3AC-339722A0B41E}"/>
              </a:ext>
            </a:extLst>
          </p:cNvPr>
          <p:cNvGrpSpPr>
            <a:grpSpLocks/>
          </p:cNvGrpSpPr>
          <p:nvPr/>
        </p:nvGrpSpPr>
        <p:grpSpPr bwMode="auto">
          <a:xfrm>
            <a:off x="10694670" y="520066"/>
            <a:ext cx="887730" cy="649604"/>
            <a:chOff x="0" y="0"/>
            <a:chExt cx="1973903" cy="1444552"/>
          </a:xfrm>
        </p:grpSpPr>
        <p:sp>
          <p:nvSpPr>
            <p:cNvPr id="15368" name="Freeform 14">
              <a:extLst>
                <a:ext uri="{FF2B5EF4-FFF2-40B4-BE49-F238E27FC236}">
                  <a16:creationId xmlns:a16="http://schemas.microsoft.com/office/drawing/2014/main" id="{6CE144B1-4030-F730-62CC-88490B8B0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50" y="0"/>
              <a:ext cx="1882153" cy="1444552"/>
            </a:xfrm>
            <a:custGeom>
              <a:avLst/>
              <a:gdLst>
                <a:gd name="T0" fmla="*/ 0 w 1882153"/>
                <a:gd name="T1" fmla="*/ 0 h 1444552"/>
                <a:gd name="T2" fmla="*/ 1882152 w 1882153"/>
                <a:gd name="T3" fmla="*/ 0 h 1444552"/>
                <a:gd name="T4" fmla="*/ 1882152 w 1882153"/>
                <a:gd name="T5" fmla="*/ 1444552 h 1444552"/>
                <a:gd name="T6" fmla="*/ 0 w 1882153"/>
                <a:gd name="T7" fmla="*/ 1444552 h 1444552"/>
                <a:gd name="T8" fmla="*/ 0 w 1882153"/>
                <a:gd name="T9" fmla="*/ 0 h 14445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82153" h="1444552">
                  <a:moveTo>
                    <a:pt x="0" y="0"/>
                  </a:moveTo>
                  <a:lnTo>
                    <a:pt x="1882152" y="0"/>
                  </a:lnTo>
                  <a:lnTo>
                    <a:pt x="1882152" y="1444552"/>
                  </a:lnTo>
                  <a:lnTo>
                    <a:pt x="0" y="1444552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8">
                <a:alphaModFix amt="66000"/>
              </a:blip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VN" sz="2160"/>
            </a:p>
          </p:txBody>
        </p:sp>
        <p:sp>
          <p:nvSpPr>
            <p:cNvPr id="15369" name="TextBox 15">
              <a:extLst>
                <a:ext uri="{FF2B5EF4-FFF2-40B4-BE49-F238E27FC236}">
                  <a16:creationId xmlns:a16="http://schemas.microsoft.com/office/drawing/2014/main" id="{DEF0BC27-2F11-981E-8A28-AE27744C5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60977"/>
              <a:ext cx="1702809" cy="1162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ts val="3990"/>
                </a:lnSpc>
              </a:pPr>
              <a:endParaRPr kumimoji="1" lang="en-US" altLang="en-VN" sz="4080" b="1">
                <a:solidFill>
                  <a:srgbClr val="004AAD"/>
                </a:solidFill>
                <a:latin typeface="Playpen Sans Bold" pitchFamily="2" charset="0"/>
                <a:ea typeface="黑体" panose="02010609060101010101" pitchFamily="49" charset="-122"/>
                <a:sym typeface="Playpen Sans Bold" pitchFamily="2" charset="0"/>
              </a:endParaRP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22BDC091-F05B-522A-83FF-DC1F426F937F}"/>
              </a:ext>
            </a:extLst>
          </p:cNvPr>
          <p:cNvSpPr/>
          <p:nvPr/>
        </p:nvSpPr>
        <p:spPr>
          <a:xfrm>
            <a:off x="2286000" y="520066"/>
            <a:ext cx="8025766" cy="5734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>
            <a:lvl1pPr marL="17145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8700" algn="l"/>
                <a:tab pos="2400300" algn="l"/>
                <a:tab pos="2743200" algn="l"/>
              </a:tabLs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07000"/>
              </a:lnSpc>
              <a:defRPr/>
            </a:pPr>
            <a:endParaRPr lang="vi-VN" altLang="en-VN" sz="288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78F1A2-0540-A746-75A9-E58BC9F1A808}"/>
              </a:ext>
            </a:extLst>
          </p:cNvPr>
          <p:cNvSpPr/>
          <p:nvPr/>
        </p:nvSpPr>
        <p:spPr bwMode="auto">
          <a:xfrm>
            <a:off x="1718310" y="4991100"/>
            <a:ext cx="3571876" cy="5410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82296" tIns="41148" rIns="82296" bIns="41148"/>
          <a:lstStyle>
            <a:lvl1pPr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685800"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defRPr/>
            </a:pPr>
            <a:endParaRPr kumimoji="0" lang="vi-VN" altLang="en-VN" sz="288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8CAEC7-C84B-001A-AF14-B981E33DC117}"/>
              </a:ext>
            </a:extLst>
          </p:cNvPr>
          <p:cNvSpPr txBox="1"/>
          <p:nvPr/>
        </p:nvSpPr>
        <p:spPr>
          <a:xfrm>
            <a:off x="429182" y="1099497"/>
            <a:ext cx="11400312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短文二 鸡蛋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4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块一斤</a:t>
            </a:r>
          </a:p>
          <a:p>
            <a:r>
              <a:rPr lang="vi-VN" altLang="zh-CN" sz="24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	</a:t>
            </a:r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在我们国家买鸡蛋，一般问多少钱一个，可是在中国不一样，人们习惯问多少钱一斤。</a:t>
            </a:r>
          </a:p>
          <a:p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刚来中国的时候，我不知道中国人的这个习惯。有一天，我到一个农贸市场买蔬菜、水果和鸡蛋。我问一个卖鸡蛋的人：“请问，鸡蛋怎么卖呀？”我的意思是问多少钱一个。可是卖鸡蛋的人以我问的是多少钱一斤，所以他回答“</a:t>
            </a:r>
            <a:r>
              <a:rPr lang="en-US" altLang="zh-CN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4</a:t>
            </a:r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块”。我想，真够贵的。可是鸡蛋我必须买。我给了那个卖鸡蛋的人 </a:t>
            </a:r>
            <a:r>
              <a:rPr lang="en-US" altLang="zh-CN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20</a:t>
            </a:r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块钱，请他给我称</a:t>
            </a:r>
            <a:r>
              <a:rPr lang="en-US" altLang="zh-CN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5</a:t>
            </a:r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个鸡蛋。他拿了</a:t>
            </a:r>
            <a:r>
              <a:rPr lang="en-US" altLang="zh-CN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5</a:t>
            </a:r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个鸡蛋，放在秤上称了称说：“您这是</a:t>
            </a:r>
            <a:r>
              <a:rPr lang="en-US" altLang="zh-CN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20</a:t>
            </a:r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块，找您</a:t>
            </a:r>
            <a:r>
              <a:rPr lang="en-US" altLang="zh-CN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18</a:t>
            </a:r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块。”我说：</a:t>
            </a:r>
          </a:p>
          <a:p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“您为什么找我那么多钱？”他说：“</a:t>
            </a:r>
            <a:r>
              <a:rPr lang="en-US" altLang="zh-CN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4</a:t>
            </a:r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块一斤，</a:t>
            </a:r>
            <a:r>
              <a:rPr lang="en-US" altLang="zh-CN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5</a:t>
            </a:r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个鸡蛋是半斤，您给我</a:t>
            </a:r>
            <a:r>
              <a:rPr lang="en-US" altLang="zh-CN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20</a:t>
            </a:r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块，找您</a:t>
            </a:r>
            <a:r>
              <a:rPr lang="en-US" altLang="zh-CN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18</a:t>
            </a:r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块钱。您看对不对？”我看了看，不多也不少，正好</a:t>
            </a:r>
            <a:r>
              <a:rPr lang="en-US" altLang="zh-CN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18</a:t>
            </a:r>
            <a:r>
              <a:rPr lang="zh-CN" altLang="en-US" sz="2800" dirty="0">
                <a:effectLst/>
                <a:latin typeface="NSimSun" panose="02010609030101010101" pitchFamily="49" charset="-122"/>
                <a:ea typeface="NSimSun" panose="02010609030101010101" pitchFamily="49" charset="-122"/>
              </a:rPr>
              <a:t>块。</a:t>
            </a:r>
          </a:p>
        </p:txBody>
      </p:sp>
      <p:pic>
        <p:nvPicPr>
          <p:cNvPr id="2" name="9-6-2.mp3">
            <a:hlinkClick r:id="" action="ppaction://media"/>
            <a:extLst>
              <a:ext uri="{FF2B5EF4-FFF2-40B4-BE49-F238E27FC236}">
                <a16:creationId xmlns:a16="http://schemas.microsoft.com/office/drawing/2014/main" id="{D778DD2D-0193-C0B4-6F7B-DA900756E4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0839509" y="368320"/>
            <a:ext cx="661065" cy="661065"/>
          </a:xfrm>
          <a:prstGeom prst="rect">
            <a:avLst/>
          </a:prstGeom>
          <a:solidFill>
            <a:schemeClr val="accent2"/>
          </a:solidFill>
        </p:spPr>
      </p:pic>
    </p:spTree>
    <p:extLst>
      <p:ext uri="{BB962C8B-B14F-4D97-AF65-F5344CB8AC3E}">
        <p14:creationId xmlns:p14="http://schemas.microsoft.com/office/powerpoint/2010/main" val="1310297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349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2195</TotalTime>
  <Words>1066</Words>
  <Application>Microsoft Macintosh PowerPoint</Application>
  <PresentationFormat>Widescreen</PresentationFormat>
  <Paragraphs>167</Paragraphs>
  <Slides>12</Slides>
  <Notes>11</Notes>
  <HiddenSlides>0</HiddenSlides>
  <MMClips>11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KaiTi</vt:lpstr>
      <vt:lpstr>NSimSun</vt:lpstr>
      <vt:lpstr>Playpen Sans Bold</vt:lpstr>
      <vt:lpstr>黑体</vt:lpstr>
      <vt:lpstr>宋体</vt:lpstr>
      <vt:lpstr>Arial</vt:lpstr>
      <vt:lpstr>Calibri</vt:lpstr>
      <vt:lpstr>Calibri Light</vt:lpstr>
      <vt:lpstr>Helvetica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Vo Thi Ni</dc:creator>
  <cp:lastModifiedBy>Microsoft Office User</cp:lastModifiedBy>
  <cp:revision>336</cp:revision>
  <dcterms:created xsi:type="dcterms:W3CDTF">2021-12-26T10:53:35Z</dcterms:created>
  <dcterms:modified xsi:type="dcterms:W3CDTF">2026-01-29T10:25:07Z</dcterms:modified>
</cp:coreProperties>
</file>